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59"/>
  </p:notesMasterIdLst>
  <p:handoutMasterIdLst>
    <p:handoutMasterId r:id="rId60"/>
  </p:handoutMasterIdLst>
  <p:sldIdLst>
    <p:sldId id="344" r:id="rId7"/>
    <p:sldId id="346" r:id="rId8"/>
    <p:sldId id="258" r:id="rId9"/>
    <p:sldId id="326" r:id="rId10"/>
    <p:sldId id="348" r:id="rId11"/>
    <p:sldId id="356" r:id="rId12"/>
    <p:sldId id="410" r:id="rId13"/>
    <p:sldId id="411" r:id="rId14"/>
    <p:sldId id="412" r:id="rId15"/>
    <p:sldId id="413" r:id="rId16"/>
    <p:sldId id="414" r:id="rId17"/>
    <p:sldId id="415" r:id="rId18"/>
    <p:sldId id="417" r:id="rId19"/>
    <p:sldId id="418" r:id="rId20"/>
    <p:sldId id="419" r:id="rId21"/>
    <p:sldId id="420" r:id="rId22"/>
    <p:sldId id="421" r:id="rId23"/>
    <p:sldId id="422" r:id="rId24"/>
    <p:sldId id="355" r:id="rId25"/>
    <p:sldId id="383" r:id="rId26"/>
    <p:sldId id="384" r:id="rId27"/>
    <p:sldId id="385" r:id="rId28"/>
    <p:sldId id="386" r:id="rId29"/>
    <p:sldId id="387" r:id="rId30"/>
    <p:sldId id="357" r:id="rId31"/>
    <p:sldId id="351" r:id="rId32"/>
    <p:sldId id="388" r:id="rId33"/>
    <p:sldId id="397" r:id="rId34"/>
    <p:sldId id="389" r:id="rId35"/>
    <p:sldId id="390" r:id="rId36"/>
    <p:sldId id="391" r:id="rId37"/>
    <p:sldId id="392" r:id="rId38"/>
    <p:sldId id="393" r:id="rId39"/>
    <p:sldId id="398" r:id="rId40"/>
    <p:sldId id="394" r:id="rId41"/>
    <p:sldId id="395" r:id="rId42"/>
    <p:sldId id="399" r:id="rId43"/>
    <p:sldId id="396" r:id="rId44"/>
    <p:sldId id="400" r:id="rId45"/>
    <p:sldId id="401" r:id="rId46"/>
    <p:sldId id="402" r:id="rId47"/>
    <p:sldId id="403" r:id="rId48"/>
    <p:sldId id="404" r:id="rId49"/>
    <p:sldId id="406" r:id="rId50"/>
    <p:sldId id="405" r:id="rId51"/>
    <p:sldId id="407" r:id="rId52"/>
    <p:sldId id="408" r:id="rId53"/>
    <p:sldId id="354" r:id="rId54"/>
    <p:sldId id="353" r:id="rId55"/>
    <p:sldId id="409" r:id="rId56"/>
    <p:sldId id="316" r:id="rId57"/>
    <p:sldId id="27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E230C-0BBF-9776-29A6-8BCB6437EB5D}" v="6" dt="2025-08-06T18:58:52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9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67" Type="http://schemas.microsoft.com/office/2018/10/relationships/authors" Target="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Z MATIAS GABRIEL" userId="S::matruiz@uade.edu.ar::72c12a3b-a710-4b0e-ab01-ac5c42c63442" providerId="AD" clId="Web-{D3B6EEB8-872F-DE06-21FB-FAFC41D9952F}"/>
    <pc:docChg chg="addSld delSld modSld sldOrd">
      <pc:chgData name="RUIZ MATIAS GABRIEL" userId="S::matruiz@uade.edu.ar::72c12a3b-a710-4b0e-ab01-ac5c42c63442" providerId="AD" clId="Web-{D3B6EEB8-872F-DE06-21FB-FAFC41D9952F}" dt="2025-06-10T14:25:36.750" v="368" actId="1076"/>
      <pc:docMkLst>
        <pc:docMk/>
      </pc:docMkLst>
      <pc:sldChg chg="modSp">
        <pc:chgData name="RUIZ MATIAS GABRIEL" userId="S::matruiz@uade.edu.ar::72c12a3b-a710-4b0e-ab01-ac5c42c63442" providerId="AD" clId="Web-{D3B6EEB8-872F-DE06-21FB-FAFC41D9952F}" dt="2025-06-10T13:54:14.582" v="4" actId="20577"/>
        <pc:sldMkLst>
          <pc:docMk/>
          <pc:sldMk cId="3394174499" sldId="258"/>
        </pc:sldMkLst>
      </pc:sldChg>
      <pc:sldChg chg="modSp">
        <pc:chgData name="RUIZ MATIAS GABRIEL" userId="S::matruiz@uade.edu.ar::72c12a3b-a710-4b0e-ab01-ac5c42c63442" providerId="AD" clId="Web-{D3B6EEB8-872F-DE06-21FB-FAFC41D9952F}" dt="2025-06-10T13:53:51.706" v="2" actId="20577"/>
        <pc:sldMkLst>
          <pc:docMk/>
          <pc:sldMk cId="1594981986" sldId="316"/>
        </pc:sldMkLst>
      </pc:sldChg>
      <pc:sldChg chg="modSp">
        <pc:chgData name="RUIZ MATIAS GABRIEL" userId="S::matruiz@uade.edu.ar::72c12a3b-a710-4b0e-ab01-ac5c42c63442" providerId="AD" clId="Web-{D3B6EEB8-872F-DE06-21FB-FAFC41D9952F}" dt="2025-06-10T13:54:27.286" v="5" actId="20577"/>
        <pc:sldMkLst>
          <pc:docMk/>
          <pc:sldMk cId="1513959409" sldId="326"/>
        </pc:sldMkLst>
      </pc:sldChg>
      <pc:sldChg chg="del">
        <pc:chgData name="RUIZ MATIAS GABRIEL" userId="S::matruiz@uade.edu.ar::72c12a3b-a710-4b0e-ab01-ac5c42c63442" providerId="AD" clId="Web-{D3B6EEB8-872F-DE06-21FB-FAFC41D9952F}" dt="2025-06-10T13:57:27.090" v="30"/>
        <pc:sldMkLst>
          <pc:docMk/>
          <pc:sldMk cId="850022109" sldId="347"/>
        </pc:sldMkLst>
      </pc:sldChg>
      <pc:sldChg chg="modSp">
        <pc:chgData name="RUIZ MATIAS GABRIEL" userId="S::matruiz@uade.edu.ar::72c12a3b-a710-4b0e-ab01-ac5c42c63442" providerId="AD" clId="Web-{D3B6EEB8-872F-DE06-21FB-FAFC41D9952F}" dt="2025-06-10T13:55:07.662" v="15" actId="1076"/>
        <pc:sldMkLst>
          <pc:docMk/>
          <pc:sldMk cId="3812920857" sldId="348"/>
        </pc:sldMkLst>
      </pc:sldChg>
      <pc:sldChg chg="del">
        <pc:chgData name="RUIZ MATIAS GABRIEL" userId="S::matruiz@uade.edu.ar::72c12a3b-a710-4b0e-ab01-ac5c42c63442" providerId="AD" clId="Web-{D3B6EEB8-872F-DE06-21FB-FAFC41D9952F}" dt="2025-06-10T13:57:28.715" v="31"/>
        <pc:sldMkLst>
          <pc:docMk/>
          <pc:sldMk cId="2783067169" sldId="349"/>
        </pc:sldMkLst>
      </pc:sldChg>
      <pc:sldChg chg="del">
        <pc:chgData name="RUIZ MATIAS GABRIEL" userId="S::matruiz@uade.edu.ar::72c12a3b-a710-4b0e-ab01-ac5c42c63442" providerId="AD" clId="Web-{D3B6EEB8-872F-DE06-21FB-FAFC41D9952F}" dt="2025-06-10T13:58:10.982" v="39"/>
        <pc:sldMkLst>
          <pc:docMk/>
          <pc:sldMk cId="4036460344" sldId="350"/>
        </pc:sldMkLst>
      </pc:sldChg>
      <pc:sldChg chg="addSp delSp modSp">
        <pc:chgData name="RUIZ MATIAS GABRIEL" userId="S::matruiz@uade.edu.ar::72c12a3b-a710-4b0e-ab01-ac5c42c63442" providerId="AD" clId="Web-{D3B6EEB8-872F-DE06-21FB-FAFC41D9952F}" dt="2025-06-10T14:03:11.338" v="101" actId="1076"/>
        <pc:sldMkLst>
          <pc:docMk/>
          <pc:sldMk cId="1223036597" sldId="35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7"/>
        <pc:sldMkLst>
          <pc:docMk/>
          <pc:sldMk cId="2260096934" sldId="352"/>
        </pc:sldMkLst>
      </pc:sldChg>
      <pc:sldChg chg="addSp modSp">
        <pc:chgData name="RUIZ MATIAS GABRIEL" userId="S::matruiz@uade.edu.ar::72c12a3b-a710-4b0e-ab01-ac5c42c63442" providerId="AD" clId="Web-{D3B6EEB8-872F-DE06-21FB-FAFC41D9952F}" dt="2025-06-10T14:25:36.750" v="368" actId="1076"/>
        <pc:sldMkLst>
          <pc:docMk/>
          <pc:sldMk cId="1826232333" sldId="353"/>
        </pc:sldMkLst>
      </pc:sldChg>
      <pc:sldChg chg="addSp delSp modSp">
        <pc:chgData name="RUIZ MATIAS GABRIEL" userId="S::matruiz@uade.edu.ar::72c12a3b-a710-4b0e-ab01-ac5c42c63442" providerId="AD" clId="Web-{D3B6EEB8-872F-DE06-21FB-FAFC41D9952F}" dt="2025-06-10T13:55:57.305" v="29" actId="1076"/>
        <pc:sldMkLst>
          <pc:docMk/>
          <pc:sldMk cId="3841556761" sldId="355"/>
        </pc:sldMkLst>
      </pc:sldChg>
      <pc:sldChg chg="modSp">
        <pc:chgData name="RUIZ MATIAS GABRIEL" userId="S::matruiz@uade.edu.ar::72c12a3b-a710-4b0e-ab01-ac5c42c63442" providerId="AD" clId="Web-{D3B6EEB8-872F-DE06-21FB-FAFC41D9952F}" dt="2025-06-10T13:55:29.163" v="19" actId="1076"/>
        <pc:sldMkLst>
          <pc:docMk/>
          <pc:sldMk cId="3398156912" sldId="356"/>
        </pc:sldMkLst>
      </pc:sldChg>
      <pc:sldChg chg="modSp">
        <pc:chgData name="RUIZ MATIAS GABRIEL" userId="S::matruiz@uade.edu.ar::72c12a3b-a710-4b0e-ab01-ac5c42c63442" providerId="AD" clId="Web-{D3B6EEB8-872F-DE06-21FB-FAFC41D9952F}" dt="2025-06-10T14:02:26.495" v="93" actId="20577"/>
        <pc:sldMkLst>
          <pc:docMk/>
          <pc:sldMk cId="2188102843" sldId="35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8"/>
        <pc:sldMkLst>
          <pc:docMk/>
          <pc:sldMk cId="2614376137" sldId="35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6"/>
        <pc:sldMkLst>
          <pc:docMk/>
          <pc:sldMk cId="4101515999" sldId="35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5"/>
        <pc:sldMkLst>
          <pc:docMk/>
          <pc:sldMk cId="3631684685" sldId="36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4"/>
        <pc:sldMkLst>
          <pc:docMk/>
          <pc:sldMk cId="4237622969" sldId="36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3"/>
        <pc:sldMkLst>
          <pc:docMk/>
          <pc:sldMk cId="1100470178" sldId="362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2"/>
        <pc:sldMkLst>
          <pc:docMk/>
          <pc:sldMk cId="2370607140" sldId="363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1"/>
        <pc:sldMkLst>
          <pc:docMk/>
          <pc:sldMk cId="1261146235" sldId="364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0"/>
        <pc:sldMkLst>
          <pc:docMk/>
          <pc:sldMk cId="1470349471" sldId="365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9"/>
        <pc:sldMkLst>
          <pc:docMk/>
          <pc:sldMk cId="1773996786" sldId="366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8"/>
        <pc:sldMkLst>
          <pc:docMk/>
          <pc:sldMk cId="3893584560" sldId="36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7"/>
        <pc:sldMkLst>
          <pc:docMk/>
          <pc:sldMk cId="3185442641" sldId="36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6"/>
        <pc:sldMkLst>
          <pc:docMk/>
          <pc:sldMk cId="2641558380" sldId="36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5"/>
        <pc:sldMkLst>
          <pc:docMk/>
          <pc:sldMk cId="3015206153" sldId="37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4"/>
        <pc:sldMkLst>
          <pc:docMk/>
          <pc:sldMk cId="2295854777" sldId="37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3"/>
        <pc:sldMkLst>
          <pc:docMk/>
          <pc:sldMk cId="4156294668" sldId="372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2"/>
        <pc:sldMkLst>
          <pc:docMk/>
          <pc:sldMk cId="3031291250" sldId="373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1"/>
        <pc:sldMkLst>
          <pc:docMk/>
          <pc:sldMk cId="1196318114" sldId="374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10"/>
        <pc:sldMkLst>
          <pc:docMk/>
          <pc:sldMk cId="4198761667" sldId="375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9"/>
        <pc:sldMkLst>
          <pc:docMk/>
          <pc:sldMk cId="3330315018" sldId="376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8"/>
        <pc:sldMkLst>
          <pc:docMk/>
          <pc:sldMk cId="3282453333" sldId="37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7"/>
        <pc:sldMkLst>
          <pc:docMk/>
          <pc:sldMk cId="2471162185" sldId="37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6"/>
        <pc:sldMkLst>
          <pc:docMk/>
          <pc:sldMk cId="3145890308" sldId="37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5"/>
        <pc:sldMkLst>
          <pc:docMk/>
          <pc:sldMk cId="3978655529" sldId="38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4"/>
        <pc:sldMkLst>
          <pc:docMk/>
          <pc:sldMk cId="454831669" sldId="38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3"/>
        <pc:sldMkLst>
          <pc:docMk/>
          <pc:sldMk cId="2098950856" sldId="38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8:04.294" v="38" actId="1076"/>
        <pc:sldMkLst>
          <pc:docMk/>
          <pc:sldMk cId="2987863912" sldId="38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8:34.733" v="45" actId="14100"/>
        <pc:sldMkLst>
          <pc:docMk/>
          <pc:sldMk cId="3699124069" sldId="38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9:14.985" v="52" actId="1076"/>
        <pc:sldMkLst>
          <pc:docMk/>
          <pc:sldMk cId="4172582582" sldId="385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0:04.627" v="58" actId="14100"/>
        <pc:sldMkLst>
          <pc:docMk/>
          <pc:sldMk cId="1648449554" sldId="386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1:33.052" v="92" actId="1076"/>
        <pc:sldMkLst>
          <pc:docMk/>
          <pc:sldMk cId="2863566151" sldId="387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4:41.779" v="139" actId="14100"/>
        <pc:sldMkLst>
          <pc:docMk/>
          <pc:sldMk cId="1208531886" sldId="388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6:16.767" v="158" actId="1076"/>
        <pc:sldMkLst>
          <pc:docMk/>
          <pc:sldMk cId="253144573" sldId="389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7:07.331" v="165" actId="1076"/>
        <pc:sldMkLst>
          <pc:docMk/>
          <pc:sldMk cId="2877542810" sldId="390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8:32.756" v="172" actId="1076"/>
        <pc:sldMkLst>
          <pc:docMk/>
          <pc:sldMk cId="2656485521" sldId="391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0:30.777" v="179" actId="1076"/>
        <pc:sldMkLst>
          <pc:docMk/>
          <pc:sldMk cId="1012536303" sldId="39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1:05.138" v="186" actId="1076"/>
        <pc:sldMkLst>
          <pc:docMk/>
          <pc:sldMk cId="3320975231" sldId="39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2:07.702" v="198" actId="1076"/>
        <pc:sldMkLst>
          <pc:docMk/>
          <pc:sldMk cId="2715855467" sldId="39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3:23.315" v="204" actId="1076"/>
        <pc:sldMkLst>
          <pc:docMk/>
          <pc:sldMk cId="988983408" sldId="395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4:01.301" v="212" actId="1076"/>
        <pc:sldMkLst>
          <pc:docMk/>
          <pc:sldMk cId="4144590876" sldId="396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4:35.975" v="225" actId="20577"/>
        <pc:sldMkLst>
          <pc:docMk/>
          <pc:sldMk cId="2631841936" sldId="397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4:52.568" v="236" actId="20577"/>
        <pc:sldMkLst>
          <pc:docMk/>
          <pc:sldMk cId="441468589" sldId="398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5:06.616" v="245" actId="20577"/>
        <pc:sldMkLst>
          <pc:docMk/>
          <pc:sldMk cId="2081052326" sldId="399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6:01.227" v="252" actId="1076"/>
        <pc:sldMkLst>
          <pc:docMk/>
          <pc:sldMk cId="943654844" sldId="400"/>
        </pc:sldMkLst>
      </pc:sldChg>
      <pc:sldChg chg="modSp add ord replId">
        <pc:chgData name="RUIZ MATIAS GABRIEL" userId="S::matruiz@uade.edu.ar::72c12a3b-a710-4b0e-ab01-ac5c42c63442" providerId="AD" clId="Web-{D3B6EEB8-872F-DE06-21FB-FAFC41D9952F}" dt="2025-06-10T14:16:23.166" v="255" actId="20577"/>
        <pc:sldMkLst>
          <pc:docMk/>
          <pc:sldMk cId="1315633276" sldId="401"/>
        </pc:sldMkLst>
      </pc:sldChg>
      <pc:sldChg chg="addSp delSp modSp add ord replId">
        <pc:chgData name="RUIZ MATIAS GABRIEL" userId="S::matruiz@uade.edu.ar::72c12a3b-a710-4b0e-ab01-ac5c42c63442" providerId="AD" clId="Web-{D3B6EEB8-872F-DE06-21FB-FAFC41D9952F}" dt="2025-06-10T14:17:38.137" v="271" actId="14100"/>
        <pc:sldMkLst>
          <pc:docMk/>
          <pc:sldMk cId="4038554872" sldId="40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8:26.780" v="276" actId="1076"/>
        <pc:sldMkLst>
          <pc:docMk/>
          <pc:sldMk cId="3064562458" sldId="403"/>
        </pc:sldMkLst>
      </pc:sldChg>
      <pc:sldChg chg="add del replId">
        <pc:chgData name="RUIZ MATIAS GABRIEL" userId="S::matruiz@uade.edu.ar::72c12a3b-a710-4b0e-ab01-ac5c42c63442" providerId="AD" clId="Web-{D3B6EEB8-872F-DE06-21FB-FAFC41D9952F}" dt="2025-06-10T14:17:03.792" v="263"/>
        <pc:sldMkLst>
          <pc:docMk/>
          <pc:sldMk cId="4010583026" sldId="40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8:53.828" v="282" actId="14100"/>
        <pc:sldMkLst>
          <pc:docMk/>
          <pc:sldMk cId="849028441" sldId="404"/>
        </pc:sldMkLst>
      </pc:sldChg>
      <pc:sldChg chg="add del replId">
        <pc:chgData name="RUIZ MATIAS GABRIEL" userId="S::matruiz@uade.edu.ar::72c12a3b-a710-4b0e-ab01-ac5c42c63442" providerId="AD" clId="Web-{D3B6EEB8-872F-DE06-21FB-FAFC41D9952F}" dt="2025-06-10T14:16:59.698" v="262"/>
        <pc:sldMkLst>
          <pc:docMk/>
          <pc:sldMk cId="2198686734" sldId="40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0:48.879" v="299" actId="1076"/>
        <pc:sldMkLst>
          <pc:docMk/>
          <pc:sldMk cId="1246634092" sldId="405"/>
        </pc:sldMkLst>
      </pc:sldChg>
      <pc:sldChg chg="modSp add ord replId">
        <pc:chgData name="RUIZ MATIAS GABRIEL" userId="S::matruiz@uade.edu.ar::72c12a3b-a710-4b0e-ab01-ac5c42c63442" providerId="AD" clId="Web-{D3B6EEB8-872F-DE06-21FB-FAFC41D9952F}" dt="2025-06-10T14:20:00.502" v="288" actId="20577"/>
        <pc:sldMkLst>
          <pc:docMk/>
          <pc:sldMk cId="2187081378" sldId="406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1:40.506" v="307" actId="14100"/>
        <pc:sldMkLst>
          <pc:docMk/>
          <pc:sldMk cId="2863189459" sldId="407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2:19.492" v="313" actId="14100"/>
        <pc:sldMkLst>
          <pc:docMk/>
          <pc:sldMk cId="3242899363" sldId="408"/>
        </pc:sldMkLst>
      </pc:sldChg>
    </pc:docChg>
  </pc:docChgLst>
  <pc:docChgLst>
    <pc:chgData name="ADDESSO CAMILA" userId="S::caddesso@uade.edu.ar::efb615f5-46de-4cfe-a24f-17ca13fe304d" providerId="AD" clId="Web-{D7575258-52D9-1774-B80F-BCF06B268613}"/>
    <pc:docChg chg="addSld modSld">
      <pc:chgData name="ADDESSO CAMILA" userId="S::caddesso@uade.edu.ar::efb615f5-46de-4cfe-a24f-17ca13fe304d" providerId="AD" clId="Web-{D7575258-52D9-1774-B80F-BCF06B268613}" dt="2025-07-30T18:57:35.279" v="14" actId="20577"/>
      <pc:docMkLst>
        <pc:docMk/>
      </pc:docMkLst>
      <pc:sldChg chg="modSp">
        <pc:chgData name="ADDESSO CAMILA" userId="S::caddesso@uade.edu.ar::efb615f5-46de-4cfe-a24f-17ca13fe304d" providerId="AD" clId="Web-{D7575258-52D9-1774-B80F-BCF06B268613}" dt="2025-07-30T18:57:10.013" v="8" actId="20577"/>
        <pc:sldMkLst>
          <pc:docMk/>
          <pc:sldMk cId="3316681167" sldId="346"/>
        </pc:sldMkLst>
        <pc:spChg chg="mod">
          <ac:chgData name="ADDESSO CAMILA" userId="S::caddesso@uade.edu.ar::efb615f5-46de-4cfe-a24f-17ca13fe304d" providerId="AD" clId="Web-{D7575258-52D9-1774-B80F-BCF06B268613}" dt="2025-07-30T18:57:10.013" v="8" actId="20577"/>
          <ac:spMkLst>
            <pc:docMk/>
            <pc:sldMk cId="3316681167" sldId="346"/>
            <ac:spMk id="2" creationId="{80648473-4FFD-CE1E-214E-D8C7C7EF7807}"/>
          </ac:spMkLst>
        </pc:spChg>
      </pc:sldChg>
      <pc:sldChg chg="modSp add replId">
        <pc:chgData name="ADDESSO CAMILA" userId="S::caddesso@uade.edu.ar::efb615f5-46de-4cfe-a24f-17ca13fe304d" providerId="AD" clId="Web-{D7575258-52D9-1774-B80F-BCF06B268613}" dt="2025-07-30T18:57:35.279" v="14" actId="20577"/>
        <pc:sldMkLst>
          <pc:docMk/>
          <pc:sldMk cId="894707342" sldId="409"/>
        </pc:sldMkLst>
        <pc:spChg chg="mod">
          <ac:chgData name="ADDESSO CAMILA" userId="S::caddesso@uade.edu.ar::efb615f5-46de-4cfe-a24f-17ca13fe304d" providerId="AD" clId="Web-{D7575258-52D9-1774-B80F-BCF06B268613}" dt="2025-07-30T18:57:35.279" v="14" actId="20577"/>
          <ac:spMkLst>
            <pc:docMk/>
            <pc:sldMk cId="894707342" sldId="409"/>
            <ac:spMk id="2" creationId="{5B51F177-8C97-A732-C5E0-FBAC529582D6}"/>
          </ac:spMkLst>
        </pc:spChg>
      </pc:sldChg>
    </pc:docChg>
  </pc:docChgLst>
  <pc:docChgLst>
    <pc:chgData name="RUIZ MATIAS GABRIEL" userId="S::matruiz@uade.edu.ar::72c12a3b-a710-4b0e-ab01-ac5c42c63442" providerId="AD" clId="Web-{ED3C1760-C509-6438-0264-2952519DBA89}"/>
    <pc:docChg chg="mod modSld">
      <pc:chgData name="RUIZ MATIAS GABRIEL" userId="S::matruiz@uade.edu.ar::72c12a3b-a710-4b0e-ab01-ac5c42c63442" providerId="AD" clId="Web-{ED3C1760-C509-6438-0264-2952519DBA89}" dt="2025-07-31T19:14:41.024" v="3" actId="20577"/>
      <pc:docMkLst>
        <pc:docMk/>
      </pc:docMkLst>
      <pc:sldChg chg="modSp">
        <pc:chgData name="RUIZ MATIAS GABRIEL" userId="S::matruiz@uade.edu.ar::72c12a3b-a710-4b0e-ab01-ac5c42c63442" providerId="AD" clId="Web-{ED3C1760-C509-6438-0264-2952519DBA89}" dt="2025-07-31T19:14:37.383" v="2" actId="20577"/>
        <pc:sldMkLst>
          <pc:docMk/>
          <pc:sldMk cId="4144590876" sldId="396"/>
        </pc:sldMkLst>
        <pc:spChg chg="mod">
          <ac:chgData name="RUIZ MATIAS GABRIEL" userId="S::matruiz@uade.edu.ar::72c12a3b-a710-4b0e-ab01-ac5c42c63442" providerId="AD" clId="Web-{ED3C1760-C509-6438-0264-2952519DBA89}" dt="2025-07-31T19:14:37.383" v="2" actId="20577"/>
          <ac:spMkLst>
            <pc:docMk/>
            <pc:sldMk cId="4144590876" sldId="396"/>
            <ac:spMk id="4" creationId="{7DBEBF85-1269-0463-606F-2D8657DEDACB}"/>
          </ac:spMkLst>
        </pc:spChg>
      </pc:sldChg>
      <pc:sldChg chg="modSp">
        <pc:chgData name="RUIZ MATIAS GABRIEL" userId="S::matruiz@uade.edu.ar::72c12a3b-a710-4b0e-ab01-ac5c42c63442" providerId="AD" clId="Web-{ED3C1760-C509-6438-0264-2952519DBA89}" dt="2025-07-31T19:14:41.024" v="3" actId="20577"/>
        <pc:sldMkLst>
          <pc:docMk/>
          <pc:sldMk cId="943654844" sldId="400"/>
        </pc:sldMkLst>
        <pc:spChg chg="mod">
          <ac:chgData name="RUIZ MATIAS GABRIEL" userId="S::matruiz@uade.edu.ar::72c12a3b-a710-4b0e-ab01-ac5c42c63442" providerId="AD" clId="Web-{ED3C1760-C509-6438-0264-2952519DBA89}" dt="2025-07-31T19:14:41.024" v="3" actId="20577"/>
          <ac:spMkLst>
            <pc:docMk/>
            <pc:sldMk cId="943654844" sldId="400"/>
            <ac:spMk id="6" creationId="{2F9EEF1A-E612-F32A-7B4D-16B8D88A43EB}"/>
          </ac:spMkLst>
        </pc:spChg>
      </pc:sldChg>
    </pc:docChg>
  </pc:docChgLst>
  <pc:docChgLst>
    <pc:chgData name="ADDESSO CAMILA" userId="efb615f5-46de-4cfe-a24f-17ca13fe304d" providerId="ADAL" clId="{A9A8CB50-1FD3-43AD-9416-2D505C51A830}"/>
    <pc:docChg chg="undo custSel modSld">
      <pc:chgData name="ADDESSO CAMILA" userId="efb615f5-46de-4cfe-a24f-17ca13fe304d" providerId="ADAL" clId="{A9A8CB50-1FD3-43AD-9416-2D505C51A830}" dt="2025-06-12T15:09:09.353" v="1537" actId="1036"/>
      <pc:docMkLst>
        <pc:docMk/>
      </pc:docMkLst>
      <pc:sldChg chg="addSp modSp mod">
        <pc:chgData name="ADDESSO CAMILA" userId="efb615f5-46de-4cfe-a24f-17ca13fe304d" providerId="ADAL" clId="{A9A8CB50-1FD3-43AD-9416-2D505C51A830}" dt="2025-06-12T15:09:09.353" v="1537" actId="1036"/>
        <pc:sldMkLst>
          <pc:docMk/>
          <pc:sldMk cId="3394174499" sldId="258"/>
        </pc:sldMkLst>
      </pc:sldChg>
      <pc:sldChg chg="modSp mod">
        <pc:chgData name="ADDESSO CAMILA" userId="efb615f5-46de-4cfe-a24f-17ca13fe304d" providerId="ADAL" clId="{A9A8CB50-1FD3-43AD-9416-2D505C51A830}" dt="2025-06-12T15:08:15.004" v="1491" actId="1076"/>
        <pc:sldMkLst>
          <pc:docMk/>
          <pc:sldMk cId="1594981986" sldId="316"/>
        </pc:sldMkLst>
      </pc:sldChg>
      <pc:sldChg chg="modSp mod">
        <pc:chgData name="ADDESSO CAMILA" userId="efb615f5-46de-4cfe-a24f-17ca13fe304d" providerId="ADAL" clId="{A9A8CB50-1FD3-43AD-9416-2D505C51A830}" dt="2025-06-12T14:35:40.639" v="4" actId="114"/>
        <pc:sldMkLst>
          <pc:docMk/>
          <pc:sldMk cId="1513959409" sldId="326"/>
        </pc:sldMkLst>
      </pc:sldChg>
      <pc:sldChg chg="addSp modSp mod">
        <pc:chgData name="ADDESSO CAMILA" userId="efb615f5-46de-4cfe-a24f-17ca13fe304d" providerId="ADAL" clId="{A9A8CB50-1FD3-43AD-9416-2D505C51A830}" dt="2025-06-12T14:37:22.026" v="30" actId="14100"/>
        <pc:sldMkLst>
          <pc:docMk/>
          <pc:sldMk cId="3812920857" sldId="348"/>
        </pc:sldMkLst>
      </pc:sldChg>
      <pc:sldChg chg="addSp modSp mod">
        <pc:chgData name="ADDESSO CAMILA" userId="efb615f5-46de-4cfe-a24f-17ca13fe304d" providerId="ADAL" clId="{A9A8CB50-1FD3-43AD-9416-2D505C51A830}" dt="2025-06-12T14:59:31.226" v="1241" actId="1076"/>
        <pc:sldMkLst>
          <pc:docMk/>
          <pc:sldMk cId="1223036597" sldId="351"/>
        </pc:sldMkLst>
      </pc:sldChg>
      <pc:sldChg chg="modSp mod">
        <pc:chgData name="ADDESSO CAMILA" userId="efb615f5-46de-4cfe-a24f-17ca13fe304d" providerId="ADAL" clId="{A9A8CB50-1FD3-43AD-9416-2D505C51A830}" dt="2025-06-12T15:07:45.925" v="1485"/>
        <pc:sldMkLst>
          <pc:docMk/>
          <pc:sldMk cId="1826232333" sldId="353"/>
        </pc:sldMkLst>
      </pc:sldChg>
      <pc:sldChg chg="addSp delSp modSp mod">
        <pc:chgData name="ADDESSO CAMILA" userId="efb615f5-46de-4cfe-a24f-17ca13fe304d" providerId="ADAL" clId="{A9A8CB50-1FD3-43AD-9416-2D505C51A830}" dt="2025-06-12T14:43:36.920" v="215" actId="1076"/>
        <pc:sldMkLst>
          <pc:docMk/>
          <pc:sldMk cId="3841556761" sldId="355"/>
        </pc:sldMkLst>
      </pc:sldChg>
      <pc:sldChg chg="modSp mod">
        <pc:chgData name="ADDESSO CAMILA" userId="efb615f5-46de-4cfe-a24f-17ca13fe304d" providerId="ADAL" clId="{A9A8CB50-1FD3-43AD-9416-2D505C51A830}" dt="2025-06-12T14:37:40.823" v="36" actId="1076"/>
        <pc:sldMkLst>
          <pc:docMk/>
          <pc:sldMk cId="3398156912" sldId="356"/>
        </pc:sldMkLst>
      </pc:sldChg>
      <pc:sldChg chg="modSp mod">
        <pc:chgData name="ADDESSO CAMILA" userId="efb615f5-46de-4cfe-a24f-17ca13fe304d" providerId="ADAL" clId="{A9A8CB50-1FD3-43AD-9416-2D505C51A830}" dt="2025-06-12T14:59:10.760" v="1230" actId="20577"/>
        <pc:sldMkLst>
          <pc:docMk/>
          <pc:sldMk cId="2188102843" sldId="357"/>
        </pc:sldMkLst>
      </pc:sldChg>
      <pc:sldChg chg="addSp delSp modSp mod">
        <pc:chgData name="ADDESSO CAMILA" userId="efb615f5-46de-4cfe-a24f-17ca13fe304d" providerId="ADAL" clId="{A9A8CB50-1FD3-43AD-9416-2D505C51A830}" dt="2025-06-12T14:46:05.209" v="405" actId="478"/>
        <pc:sldMkLst>
          <pc:docMk/>
          <pc:sldMk cId="2987863912" sldId="383"/>
        </pc:sldMkLst>
      </pc:sldChg>
      <pc:sldChg chg="addSp delSp modSp mod">
        <pc:chgData name="ADDESSO CAMILA" userId="efb615f5-46de-4cfe-a24f-17ca13fe304d" providerId="ADAL" clId="{A9A8CB50-1FD3-43AD-9416-2D505C51A830}" dt="2025-06-12T14:48:43.928" v="779" actId="1076"/>
        <pc:sldMkLst>
          <pc:docMk/>
          <pc:sldMk cId="3699124069" sldId="384"/>
        </pc:sldMkLst>
      </pc:sldChg>
      <pc:sldChg chg="addSp delSp modSp mod">
        <pc:chgData name="ADDESSO CAMILA" userId="efb615f5-46de-4cfe-a24f-17ca13fe304d" providerId="ADAL" clId="{A9A8CB50-1FD3-43AD-9416-2D505C51A830}" dt="2025-06-12T14:50:59.354" v="935" actId="1076"/>
        <pc:sldMkLst>
          <pc:docMk/>
          <pc:sldMk cId="4172582582" sldId="385"/>
        </pc:sldMkLst>
      </pc:sldChg>
      <pc:sldChg chg="addSp delSp modSp mod">
        <pc:chgData name="ADDESSO CAMILA" userId="efb615f5-46de-4cfe-a24f-17ca13fe304d" providerId="ADAL" clId="{A9A8CB50-1FD3-43AD-9416-2D505C51A830}" dt="2025-06-12T14:53:27.621" v="1219" actId="207"/>
        <pc:sldMkLst>
          <pc:docMk/>
          <pc:sldMk cId="1648449554" sldId="386"/>
        </pc:sldMkLst>
      </pc:sldChg>
      <pc:sldChg chg="modSp mod">
        <pc:chgData name="ADDESSO CAMILA" userId="efb615f5-46de-4cfe-a24f-17ca13fe304d" providerId="ADAL" clId="{A9A8CB50-1FD3-43AD-9416-2D505C51A830}" dt="2025-06-12T14:53:49.618" v="1227" actId="1076"/>
        <pc:sldMkLst>
          <pc:docMk/>
          <pc:sldMk cId="2863566151" sldId="387"/>
        </pc:sldMkLst>
      </pc:sldChg>
      <pc:sldChg chg="addSp modSp mod">
        <pc:chgData name="ADDESSO CAMILA" userId="efb615f5-46de-4cfe-a24f-17ca13fe304d" providerId="ADAL" clId="{A9A8CB50-1FD3-43AD-9416-2D505C51A830}" dt="2025-06-12T15:04:04.487" v="1329" actId="1076"/>
        <pc:sldMkLst>
          <pc:docMk/>
          <pc:sldMk cId="1208531886" sldId="388"/>
        </pc:sldMkLst>
      </pc:sldChg>
      <pc:sldChg chg="addSp delSp modSp mod">
        <pc:chgData name="ADDESSO CAMILA" userId="efb615f5-46de-4cfe-a24f-17ca13fe304d" providerId="ADAL" clId="{A9A8CB50-1FD3-43AD-9416-2D505C51A830}" dt="2025-06-12T15:03:00.710" v="1316" actId="14100"/>
        <pc:sldMkLst>
          <pc:docMk/>
          <pc:sldMk cId="253144573" sldId="389"/>
        </pc:sldMkLst>
      </pc:sldChg>
      <pc:sldChg chg="addSp delSp modSp mod">
        <pc:chgData name="ADDESSO CAMILA" userId="efb615f5-46de-4cfe-a24f-17ca13fe304d" providerId="ADAL" clId="{A9A8CB50-1FD3-43AD-9416-2D505C51A830}" dt="2025-06-12T15:03:04.566" v="1317" actId="1076"/>
        <pc:sldMkLst>
          <pc:docMk/>
          <pc:sldMk cId="2877542810" sldId="390"/>
        </pc:sldMkLst>
      </pc:sldChg>
      <pc:sldChg chg="addSp delSp modSp mod">
        <pc:chgData name="ADDESSO CAMILA" userId="efb615f5-46de-4cfe-a24f-17ca13fe304d" providerId="ADAL" clId="{A9A8CB50-1FD3-43AD-9416-2D505C51A830}" dt="2025-06-12T15:03:07.598" v="1318" actId="1076"/>
        <pc:sldMkLst>
          <pc:docMk/>
          <pc:sldMk cId="2656485521" sldId="391"/>
        </pc:sldMkLst>
      </pc:sldChg>
      <pc:sldChg chg="addSp delSp modSp mod">
        <pc:chgData name="ADDESSO CAMILA" userId="efb615f5-46de-4cfe-a24f-17ca13fe304d" providerId="ADAL" clId="{A9A8CB50-1FD3-43AD-9416-2D505C51A830}" dt="2025-06-12T15:03:12.807" v="1321" actId="1076"/>
        <pc:sldMkLst>
          <pc:docMk/>
          <pc:sldMk cId="1012536303" sldId="392"/>
        </pc:sldMkLst>
      </pc:sldChg>
      <pc:sldChg chg="addSp delSp modSp mod">
        <pc:chgData name="ADDESSO CAMILA" userId="efb615f5-46de-4cfe-a24f-17ca13fe304d" providerId="ADAL" clId="{A9A8CB50-1FD3-43AD-9416-2D505C51A830}" dt="2025-06-12T15:03:18.598" v="1323" actId="14100"/>
        <pc:sldMkLst>
          <pc:docMk/>
          <pc:sldMk cId="3320975231" sldId="393"/>
        </pc:sldMkLst>
      </pc:sldChg>
      <pc:sldChg chg="addSp delSp modSp mod">
        <pc:chgData name="ADDESSO CAMILA" userId="efb615f5-46de-4cfe-a24f-17ca13fe304d" providerId="ADAL" clId="{A9A8CB50-1FD3-43AD-9416-2D505C51A830}" dt="2025-06-12T15:04:52.087" v="1357" actId="1076"/>
        <pc:sldMkLst>
          <pc:docMk/>
          <pc:sldMk cId="2715855467" sldId="394"/>
        </pc:sldMkLst>
      </pc:sldChg>
      <pc:sldChg chg="addSp delSp modSp mod">
        <pc:chgData name="ADDESSO CAMILA" userId="efb615f5-46de-4cfe-a24f-17ca13fe304d" providerId="ADAL" clId="{A9A8CB50-1FD3-43AD-9416-2D505C51A830}" dt="2025-06-12T15:04:47.104" v="1354" actId="14100"/>
        <pc:sldMkLst>
          <pc:docMk/>
          <pc:sldMk cId="988983408" sldId="395"/>
        </pc:sldMkLst>
      </pc:sldChg>
      <pc:sldChg chg="addSp delSp modSp mod">
        <pc:chgData name="ADDESSO CAMILA" userId="efb615f5-46de-4cfe-a24f-17ca13fe304d" providerId="ADAL" clId="{A9A8CB50-1FD3-43AD-9416-2D505C51A830}" dt="2025-06-12T15:05:42.291" v="1400" actId="1076"/>
        <pc:sldMkLst>
          <pc:docMk/>
          <pc:sldMk cId="4144590876" sldId="396"/>
        </pc:sldMkLst>
      </pc:sldChg>
      <pc:sldChg chg="modSp mod">
        <pc:chgData name="ADDESSO CAMILA" userId="efb615f5-46de-4cfe-a24f-17ca13fe304d" providerId="ADAL" clId="{A9A8CB50-1FD3-43AD-9416-2D505C51A830}" dt="2025-06-12T15:00:26.580" v="1244" actId="1076"/>
        <pc:sldMkLst>
          <pc:docMk/>
          <pc:sldMk cId="2631841936" sldId="397"/>
        </pc:sldMkLst>
      </pc:sldChg>
      <pc:sldChg chg="modSp mod">
        <pc:chgData name="ADDESSO CAMILA" userId="efb615f5-46de-4cfe-a24f-17ca13fe304d" providerId="ADAL" clId="{A9A8CB50-1FD3-43AD-9416-2D505C51A830}" dt="2025-06-12T15:03:42.048" v="1324" actId="113"/>
        <pc:sldMkLst>
          <pc:docMk/>
          <pc:sldMk cId="441468589" sldId="398"/>
        </pc:sldMkLst>
      </pc:sldChg>
      <pc:sldChg chg="modSp mod">
        <pc:chgData name="ADDESSO CAMILA" userId="efb615f5-46de-4cfe-a24f-17ca13fe304d" providerId="ADAL" clId="{A9A8CB50-1FD3-43AD-9416-2D505C51A830}" dt="2025-06-12T15:05:10" v="1359" actId="1076"/>
        <pc:sldMkLst>
          <pc:docMk/>
          <pc:sldMk cId="2081052326" sldId="399"/>
        </pc:sldMkLst>
      </pc:sldChg>
      <pc:sldChg chg="addSp delSp modSp mod">
        <pc:chgData name="ADDESSO CAMILA" userId="efb615f5-46de-4cfe-a24f-17ca13fe304d" providerId="ADAL" clId="{A9A8CB50-1FD3-43AD-9416-2D505C51A830}" dt="2025-06-12T15:05:53.577" v="1404" actId="1076"/>
        <pc:sldMkLst>
          <pc:docMk/>
          <pc:sldMk cId="943654844" sldId="400"/>
        </pc:sldMkLst>
      </pc:sldChg>
      <pc:sldChg chg="modSp mod">
        <pc:chgData name="ADDESSO CAMILA" userId="efb615f5-46de-4cfe-a24f-17ca13fe304d" providerId="ADAL" clId="{A9A8CB50-1FD3-43AD-9416-2D505C51A830}" dt="2025-06-12T15:06:00.284" v="1406"/>
        <pc:sldMkLst>
          <pc:docMk/>
          <pc:sldMk cId="1315633276" sldId="401"/>
        </pc:sldMkLst>
      </pc:sldChg>
      <pc:sldChg chg="addSp delSp modSp mod">
        <pc:chgData name="ADDESSO CAMILA" userId="efb615f5-46de-4cfe-a24f-17ca13fe304d" providerId="ADAL" clId="{A9A8CB50-1FD3-43AD-9416-2D505C51A830}" dt="2025-06-12T15:06:18.521" v="1424" actId="1076"/>
        <pc:sldMkLst>
          <pc:docMk/>
          <pc:sldMk cId="4038554872" sldId="402"/>
        </pc:sldMkLst>
      </pc:sldChg>
      <pc:sldChg chg="addSp delSp modSp mod">
        <pc:chgData name="ADDESSO CAMILA" userId="efb615f5-46de-4cfe-a24f-17ca13fe304d" providerId="ADAL" clId="{A9A8CB50-1FD3-43AD-9416-2D505C51A830}" dt="2025-06-12T15:06:27.874" v="1428" actId="1076"/>
        <pc:sldMkLst>
          <pc:docMk/>
          <pc:sldMk cId="3064562458" sldId="403"/>
        </pc:sldMkLst>
      </pc:sldChg>
      <pc:sldChg chg="addSp delSp modSp mod">
        <pc:chgData name="ADDESSO CAMILA" userId="efb615f5-46de-4cfe-a24f-17ca13fe304d" providerId="ADAL" clId="{A9A8CB50-1FD3-43AD-9416-2D505C51A830}" dt="2025-06-12T15:06:34.914" v="1432" actId="1076"/>
        <pc:sldMkLst>
          <pc:docMk/>
          <pc:sldMk cId="849028441" sldId="404"/>
        </pc:sldMkLst>
      </pc:sldChg>
      <pc:sldChg chg="addSp delSp modSp mod">
        <pc:chgData name="ADDESSO CAMILA" userId="efb615f5-46de-4cfe-a24f-17ca13fe304d" providerId="ADAL" clId="{A9A8CB50-1FD3-43AD-9416-2D505C51A830}" dt="2025-06-12T15:06:56.754" v="1465" actId="1076"/>
        <pc:sldMkLst>
          <pc:docMk/>
          <pc:sldMk cId="1246634092" sldId="405"/>
        </pc:sldMkLst>
      </pc:sldChg>
      <pc:sldChg chg="modSp mod">
        <pc:chgData name="ADDESSO CAMILA" userId="efb615f5-46de-4cfe-a24f-17ca13fe304d" providerId="ADAL" clId="{A9A8CB50-1FD3-43AD-9416-2D505C51A830}" dt="2025-06-12T15:06:39.603" v="1433" actId="113"/>
        <pc:sldMkLst>
          <pc:docMk/>
          <pc:sldMk cId="2187081378" sldId="406"/>
        </pc:sldMkLst>
      </pc:sldChg>
      <pc:sldChg chg="addSp delSp modSp mod">
        <pc:chgData name="ADDESSO CAMILA" userId="efb615f5-46de-4cfe-a24f-17ca13fe304d" providerId="ADAL" clId="{A9A8CB50-1FD3-43AD-9416-2D505C51A830}" dt="2025-06-12T15:07:14.146" v="1473" actId="14100"/>
        <pc:sldMkLst>
          <pc:docMk/>
          <pc:sldMk cId="2863189459" sldId="407"/>
        </pc:sldMkLst>
      </pc:sldChg>
      <pc:sldChg chg="addSp delSp modSp mod">
        <pc:chgData name="ADDESSO CAMILA" userId="efb615f5-46de-4cfe-a24f-17ca13fe304d" providerId="ADAL" clId="{A9A8CB50-1FD3-43AD-9416-2D505C51A830}" dt="2025-06-12T15:07:24.003" v="1478" actId="1076"/>
        <pc:sldMkLst>
          <pc:docMk/>
          <pc:sldMk cId="3242899363" sldId="4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12/8/2026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2251028"/>
            <a:ext cx="790261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800" b="1" dirty="0">
                <a:solidFill>
                  <a:srgbClr val="7F7F7F"/>
                </a:solidFill>
                <a:ea typeface="+mn-lt"/>
                <a:cs typeface="+mn-lt"/>
              </a:rPr>
              <a:t>GRASP: Diseños de Objetos Con Responsabilidades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88365E-AA69-4166-7426-BBF789194D3F}"/>
              </a:ext>
            </a:extLst>
          </p:cNvPr>
          <p:cNvSpPr txBox="1"/>
          <p:nvPr/>
        </p:nvSpPr>
        <p:spPr>
          <a:xfrm>
            <a:off x="1322661" y="3915854"/>
            <a:ext cx="673820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8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ES" sz="1600" b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77432DB-508D-6222-BFEA-D36101F2151C}"/>
              </a:ext>
            </a:extLst>
          </p:cNvPr>
          <p:cNvSpPr/>
          <p:nvPr/>
        </p:nvSpPr>
        <p:spPr>
          <a:xfrm>
            <a:off x="863949" y="4112150"/>
            <a:ext cx="130628" cy="13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GRASP</a:t>
            </a:r>
            <a:endParaRPr lang="es-ES" b="1" i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AD5E5F-5C2E-803F-7884-704C37B932C8}"/>
              </a:ext>
            </a:extLst>
          </p:cNvPr>
          <p:cNvSpPr txBox="1"/>
          <p:nvPr/>
        </p:nvSpPr>
        <p:spPr>
          <a:xfrm>
            <a:off x="487622" y="561140"/>
            <a:ext cx="9016335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¿Qué es el “Diseño de Objetos” ?</a:t>
            </a:r>
            <a:endParaRPr lang="es-ES" sz="14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18AA5A-8366-D49C-D46D-5E1FE1A4AE0B}"/>
              </a:ext>
            </a:extLst>
          </p:cNvPr>
          <p:cNvSpPr txBox="1"/>
          <p:nvPr/>
        </p:nvSpPr>
        <p:spPr>
          <a:xfrm>
            <a:off x="487623" y="2170736"/>
            <a:ext cx="4084378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Después de la identificación de los requisitos y la creación de un modelo del dominio, entonces se añade métodos a las clases de </a:t>
            </a:r>
            <a:r>
              <a:rPr lang="es-ES" sz="2400" b="1" i="1" dirty="0">
                <a:solidFill>
                  <a:schemeClr val="tx2"/>
                </a:solidFill>
                <a:ea typeface="+mn-lt"/>
                <a:cs typeface="+mn-lt"/>
              </a:rPr>
              <a:t>software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 y se define el paso de mensajes entre los objetos para satisfacer los requisitos.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FFB243-B70B-C609-D97C-17BE8167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59" r="18695"/>
          <a:stretch>
            <a:fillRect/>
          </a:stretch>
        </p:blipFill>
        <p:spPr>
          <a:xfrm>
            <a:off x="4896465" y="1970046"/>
            <a:ext cx="4159045" cy="30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51D9-55D6-42D5-638F-3B09671B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138B72-523D-F587-17DA-2D83462F31C7}"/>
              </a:ext>
            </a:extLst>
          </p:cNvPr>
          <p:cNvSpPr txBox="1"/>
          <p:nvPr/>
        </p:nvSpPr>
        <p:spPr>
          <a:xfrm>
            <a:off x="2711307" y="2367171"/>
            <a:ext cx="676938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Responsabilidades y métodos</a:t>
            </a:r>
            <a:endParaRPr lang="es-ES" sz="66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15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805E-5AB7-9279-5F62-51D0A776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D29C9F7-4996-D3F4-F9D6-7AAADB870042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DEECD7-341F-EC21-549D-6318679D6BF0}"/>
              </a:ext>
            </a:extLst>
          </p:cNvPr>
          <p:cNvSpPr txBox="1"/>
          <p:nvPr/>
        </p:nvSpPr>
        <p:spPr>
          <a:xfrm>
            <a:off x="1322661" y="2251028"/>
            <a:ext cx="7902619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800" b="1" dirty="0">
                <a:solidFill>
                  <a:srgbClr val="7F7F7F"/>
                </a:solidFill>
                <a:ea typeface="+mn-lt"/>
                <a:cs typeface="+mn-lt"/>
              </a:rPr>
              <a:t>GRASP (por sus siglas en inglés, General </a:t>
            </a:r>
            <a:r>
              <a:rPr lang="es-ES" sz="2800" b="1" dirty="0" err="1">
                <a:solidFill>
                  <a:srgbClr val="7F7F7F"/>
                </a:solidFill>
                <a:ea typeface="+mn-lt"/>
                <a:cs typeface="+mn-lt"/>
              </a:rPr>
              <a:t>Responsibility</a:t>
            </a:r>
            <a:r>
              <a:rPr lang="es-ES" sz="28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ES" sz="2800" b="1" dirty="0" err="1">
                <a:solidFill>
                  <a:srgbClr val="7F7F7F"/>
                </a:solidFill>
                <a:ea typeface="+mn-lt"/>
                <a:cs typeface="+mn-lt"/>
              </a:rPr>
              <a:t>Assignment</a:t>
            </a:r>
            <a:r>
              <a:rPr lang="es-ES" sz="2800" b="1" dirty="0">
                <a:solidFill>
                  <a:srgbClr val="7F7F7F"/>
                </a:solidFill>
                <a:ea typeface="+mn-lt"/>
                <a:cs typeface="+mn-lt"/>
              </a:rPr>
              <a:t> Software </a:t>
            </a:r>
            <a:r>
              <a:rPr lang="es-ES" sz="2800" b="1" dirty="0" err="1">
                <a:solidFill>
                  <a:srgbClr val="7F7F7F"/>
                </a:solidFill>
                <a:ea typeface="+mn-lt"/>
                <a:cs typeface="+mn-lt"/>
              </a:rPr>
              <a:t>Patterns</a:t>
            </a:r>
            <a:r>
              <a:rPr lang="es-ES" sz="2800" b="1" dirty="0">
                <a:solidFill>
                  <a:srgbClr val="7F7F7F"/>
                </a:solidFill>
                <a:ea typeface="+mn-lt"/>
                <a:cs typeface="+mn-lt"/>
              </a:rPr>
              <a:t>) es un conjunto de nueve principios fundamentales de buenas prácticas creado por Craig </a:t>
            </a:r>
            <a:r>
              <a:rPr lang="es-ES" sz="2800" b="1" dirty="0" err="1">
                <a:solidFill>
                  <a:srgbClr val="7F7F7F"/>
                </a:solidFill>
                <a:ea typeface="+mn-lt"/>
                <a:cs typeface="+mn-lt"/>
              </a:rPr>
              <a:t>Larman</a:t>
            </a:r>
            <a:r>
              <a:rPr lang="es-ES" sz="2800" b="1" dirty="0">
                <a:solidFill>
                  <a:srgbClr val="7F7F7F"/>
                </a:solidFill>
                <a:ea typeface="+mn-lt"/>
                <a:cs typeface="+mn-lt"/>
              </a:rPr>
              <a:t> que sirve para guiar cómo asignar responsabilidades (métodos y lógica de negocio) a las clases y objetos en el diseño orientado a objetos</a:t>
            </a:r>
            <a:endParaRPr lang="es-AR" sz="2800" b="1" dirty="0">
              <a:solidFill>
                <a:srgbClr val="7F7F7F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68A9E6A-ACC2-5500-C432-DD58E24F5186}"/>
              </a:ext>
            </a:extLst>
          </p:cNvPr>
          <p:cNvSpPr/>
          <p:nvPr/>
        </p:nvSpPr>
        <p:spPr>
          <a:xfrm>
            <a:off x="86394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553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2A6F-1F5A-619E-17AC-82AE6A1B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2CF7608-D622-6960-88C2-14E0CF27FFB0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06C842-88B5-FA68-7523-0A97426A1BD7}"/>
              </a:ext>
            </a:extLst>
          </p:cNvPr>
          <p:cNvSpPr txBox="1"/>
          <p:nvPr/>
        </p:nvSpPr>
        <p:spPr>
          <a:xfrm>
            <a:off x="531615" y="2251028"/>
            <a:ext cx="8693666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GRASP</a:t>
            </a:r>
          </a:p>
          <a:p>
            <a:r>
              <a:rPr lang="es-AR" b="1" dirty="0"/>
              <a:t>Los 9 Principios GRASP</a:t>
            </a:r>
            <a:endParaRPr lang="es-AR" dirty="0"/>
          </a:p>
          <a:p>
            <a:r>
              <a:rPr lang="es-AR" dirty="0"/>
              <a:t>Los patrones se dividen en directrices clave para resolver problemas comunes de diseño: </a:t>
            </a:r>
          </a:p>
          <a:p>
            <a:endParaRPr lang="es-AR" dirty="0"/>
          </a:p>
          <a:p>
            <a:pPr lvl="0"/>
            <a:r>
              <a:rPr lang="es-AR" b="1" dirty="0"/>
              <a:t>Experto en información</a:t>
            </a:r>
            <a:r>
              <a:rPr lang="es-AR" dirty="0"/>
              <a:t> (</a:t>
            </a:r>
            <a:r>
              <a:rPr lang="es-AR" i="1" dirty="0" err="1"/>
              <a:t>Information</a:t>
            </a:r>
            <a:r>
              <a:rPr lang="es-AR" i="1" dirty="0"/>
              <a:t> Expert</a:t>
            </a:r>
            <a:r>
              <a:rPr lang="es-AR" dirty="0"/>
              <a:t>): Asigna la responsabilidad a la clase que tiene la información necesaria para cumplirla.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Creador</a:t>
            </a:r>
            <a:r>
              <a:rPr lang="es-AR" dirty="0"/>
              <a:t> (</a:t>
            </a:r>
            <a:r>
              <a:rPr lang="es-AR" i="1" dirty="0" err="1"/>
              <a:t>Creator</a:t>
            </a:r>
            <a:r>
              <a:rPr lang="es-AR" dirty="0"/>
              <a:t>): Define qué clase debe encargarse de crear una nueva instancia de otra clase.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Controlador</a:t>
            </a:r>
            <a:r>
              <a:rPr lang="es-AR" dirty="0"/>
              <a:t> (</a:t>
            </a:r>
            <a:r>
              <a:rPr lang="es-AR" i="1" dirty="0" err="1"/>
              <a:t>Controller</a:t>
            </a:r>
            <a:r>
              <a:rPr lang="es-AR" dirty="0"/>
              <a:t>): Maneja los eventos del sistema o las solicitudes de los usuarios que vienen de la interfaz.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Bajo acoplamiento</a:t>
            </a:r>
            <a:r>
              <a:rPr lang="es-AR" dirty="0"/>
              <a:t> (</a:t>
            </a:r>
            <a:r>
              <a:rPr lang="es-AR" i="1" dirty="0"/>
              <a:t>Low </a:t>
            </a:r>
            <a:r>
              <a:rPr lang="es-AR" i="1" dirty="0" err="1"/>
              <a:t>Coupling</a:t>
            </a:r>
            <a:r>
              <a:rPr lang="es-AR" dirty="0"/>
              <a:t>): Reduce las dependencias entre clases para que el cambio en una afecte lo menos posible a las demás.</a:t>
            </a:r>
          </a:p>
          <a:p>
            <a:endParaRPr lang="es-ES" sz="1400" b="1" dirty="0">
              <a:solidFill>
                <a:srgbClr val="7F7F7F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12307E59-DA6A-B7C1-F466-E600D9456B90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833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5B2CA-6B83-F443-6905-62BF60B5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37FA8C2-FBD1-6717-B6BC-E307CEC1CE5B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15C7CA5-3EA3-5040-D793-D2425B93579E}"/>
              </a:ext>
            </a:extLst>
          </p:cNvPr>
          <p:cNvSpPr txBox="1"/>
          <p:nvPr/>
        </p:nvSpPr>
        <p:spPr>
          <a:xfrm>
            <a:off x="531615" y="2251028"/>
            <a:ext cx="8693666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GRASP</a:t>
            </a:r>
          </a:p>
          <a:p>
            <a:pPr lvl="0"/>
            <a:r>
              <a:rPr lang="es-AR" b="1" dirty="0"/>
              <a:t>Alta cohesión</a:t>
            </a:r>
            <a:r>
              <a:rPr lang="es-AR" dirty="0"/>
              <a:t> (</a:t>
            </a:r>
            <a:r>
              <a:rPr lang="es-AR" i="1" dirty="0"/>
              <a:t>High </a:t>
            </a:r>
            <a:r>
              <a:rPr lang="es-AR" i="1" dirty="0" err="1"/>
              <a:t>Cohesion</a:t>
            </a:r>
            <a:r>
              <a:rPr lang="es-AR" dirty="0"/>
              <a:t>): Mantiene las clases enfocadas en una sola tarea clara y bien definida.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Polimorfismo</a:t>
            </a:r>
            <a:r>
              <a:rPr lang="es-AR" dirty="0"/>
              <a:t> (</a:t>
            </a:r>
            <a:r>
              <a:rPr lang="es-AR" i="1" dirty="0" err="1"/>
              <a:t>Polymorphism</a:t>
            </a:r>
            <a:r>
              <a:rPr lang="es-AR" dirty="0"/>
              <a:t>): Usa interfaces o herencia para manejar comportamientos alternativos según el tipo de objeto.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Fabricación pura</a:t>
            </a:r>
            <a:r>
              <a:rPr lang="es-AR" dirty="0"/>
              <a:t> (</a:t>
            </a:r>
            <a:r>
              <a:rPr lang="es-AR" i="1" dirty="0"/>
              <a:t>Pure </a:t>
            </a:r>
            <a:r>
              <a:rPr lang="es-AR" i="1" dirty="0" err="1"/>
              <a:t>Fabrication</a:t>
            </a:r>
            <a:r>
              <a:rPr lang="es-AR" dirty="0"/>
              <a:t>): Crea una clase artificial que no representa un concepto del mundo real, solo para mantener alta la cohesión y bajo el acoplamiento.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Indirección</a:t>
            </a:r>
            <a:r>
              <a:rPr lang="es-AR" dirty="0"/>
              <a:t> (</a:t>
            </a:r>
            <a:r>
              <a:rPr lang="es-AR" i="1" dirty="0" err="1"/>
              <a:t>Indirection</a:t>
            </a:r>
            <a:r>
              <a:rPr lang="es-AR" dirty="0"/>
              <a:t>): Asigna la responsabilidad a un objeto intermediario para desacoplar dos o más componentes.</a:t>
            </a:r>
          </a:p>
          <a:p>
            <a:pPr lvl="0"/>
            <a:endParaRPr lang="es-AR" dirty="0"/>
          </a:p>
          <a:p>
            <a:pPr lvl="0"/>
            <a:r>
              <a:rPr lang="es-AR" b="1" dirty="0"/>
              <a:t>Variaciones protegidas</a:t>
            </a:r>
            <a:r>
              <a:rPr lang="es-AR" dirty="0"/>
              <a:t> (</a:t>
            </a:r>
            <a:r>
              <a:rPr lang="es-AR" i="1" dirty="0" err="1"/>
              <a:t>Protected</a:t>
            </a:r>
            <a:r>
              <a:rPr lang="es-AR" i="1" dirty="0"/>
              <a:t> </a:t>
            </a:r>
            <a:r>
              <a:rPr lang="es-AR" i="1" dirty="0" err="1"/>
              <a:t>Variations</a:t>
            </a:r>
            <a:r>
              <a:rPr lang="es-AR" dirty="0"/>
              <a:t>): Encapsula los puntos susceptibles de cambiar en el futuro mediante una interfaz estable. </a:t>
            </a:r>
          </a:p>
          <a:p>
            <a:endParaRPr lang="es-ES" sz="1400" b="1" dirty="0">
              <a:solidFill>
                <a:srgbClr val="7F7F7F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C0363FB-C26B-094B-CAC3-F0FE24AEA5DA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594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7320F-1BFF-FDEC-6662-907C0350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42DCD0B-D001-6F24-4416-C722352713D2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F7115EE-BCB3-34EB-8C54-E3C7D1FFCB86}"/>
              </a:ext>
            </a:extLst>
          </p:cNvPr>
          <p:cNvSpPr txBox="1"/>
          <p:nvPr/>
        </p:nvSpPr>
        <p:spPr>
          <a:xfrm>
            <a:off x="531615" y="2251028"/>
            <a:ext cx="869366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Experto en Información (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Information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 Expert)</a:t>
            </a:r>
          </a:p>
          <a:p>
            <a:endParaRPr lang="es-ES" sz="1400" b="1" dirty="0">
              <a:solidFill>
                <a:srgbClr val="7F7F7F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54039C7-0006-3821-05C4-387C4E213F3B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39C99E-906E-6661-041F-842BF2BD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39" y="2608729"/>
            <a:ext cx="6181772" cy="33495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8D54D38-8609-C852-1AEA-B30C1B615A26}"/>
              </a:ext>
            </a:extLst>
          </p:cNvPr>
          <p:cNvSpPr txBox="1"/>
          <p:nvPr/>
        </p:nvSpPr>
        <p:spPr>
          <a:xfrm>
            <a:off x="7251390" y="2791715"/>
            <a:ext cx="20880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Buen diseño (GRASP): Como el Carrito tiene la lista de productos y sus precios, el Carrito debe calcular su propio total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928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DFBE-F3F6-1852-788B-55D6D2D7F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EEACA4C-71C8-5A31-A9F0-B3469E2B9ACC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E49690-4DE3-AEDC-9EF1-1F5B83152DE5}"/>
              </a:ext>
            </a:extLst>
          </p:cNvPr>
          <p:cNvSpPr txBox="1"/>
          <p:nvPr/>
        </p:nvSpPr>
        <p:spPr>
          <a:xfrm>
            <a:off x="531615" y="2251028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Creador (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Creator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8BDC913-CEFF-EE0A-EAAB-06E3939A14F9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259083-676A-7050-B772-86F0AA339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4" y="2976880"/>
            <a:ext cx="6601329" cy="341787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53B6D88-03AC-2EE8-2D93-FBE553EB462A}"/>
              </a:ext>
            </a:extLst>
          </p:cNvPr>
          <p:cNvSpPr txBox="1"/>
          <p:nvPr/>
        </p:nvSpPr>
        <p:spPr>
          <a:xfrm>
            <a:off x="7251390" y="1633475"/>
            <a:ext cx="20880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Buen diseño (GRASP): Regla: La clase A debe crear a la clase B si A contiene, agrega o usa estrechamente a B.</a:t>
            </a:r>
          </a:p>
          <a:p>
            <a:r>
              <a:rPr lang="es-ES" dirty="0"/>
              <a:t>Un Pedido está compuesto por varias </a:t>
            </a:r>
            <a:r>
              <a:rPr lang="es-ES" dirty="0" err="1"/>
              <a:t>LineaPedido</a:t>
            </a:r>
            <a:r>
              <a:rPr lang="es-ES" dirty="0"/>
              <a:t> (artículos). Nadie más debería crear las líneas del pedido; el Pedido es su dueño legítimo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99639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41A1-E129-7842-6EBF-C3046DD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C02EA81-F58A-15F5-18A9-5F40C6A4E1D9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8C0422-3920-D480-63DC-3AA6C6BE21D8}"/>
              </a:ext>
            </a:extLst>
          </p:cNvPr>
          <p:cNvSpPr txBox="1"/>
          <p:nvPr/>
        </p:nvSpPr>
        <p:spPr>
          <a:xfrm>
            <a:off x="405297" y="1633475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Controlador (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Controller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B58DB0B-685D-3B51-571C-876A1F2801BD}"/>
              </a:ext>
            </a:extLst>
          </p:cNvPr>
          <p:cNvSpPr/>
          <p:nvPr/>
        </p:nvSpPr>
        <p:spPr>
          <a:xfrm>
            <a:off x="274669" y="1716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26B6C3-7B7E-A54F-D45E-DF2550737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4" y="1961402"/>
            <a:ext cx="4822706" cy="27141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0CE4BE3-4605-5D19-CF6D-14160B4158EB}"/>
              </a:ext>
            </a:extLst>
          </p:cNvPr>
          <p:cNvSpPr txBox="1"/>
          <p:nvPr/>
        </p:nvSpPr>
        <p:spPr>
          <a:xfrm>
            <a:off x="7251390" y="1633475"/>
            <a:ext cx="2088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Buen diseño (GRASP): Regla: No dejes que la interfaz gráfica (la vista) maneje la lógica del negocio. Usa un intermediario que reciba los eventos.</a:t>
            </a:r>
          </a:p>
          <a:p>
            <a:endParaRPr lang="es-ES" dirty="0"/>
          </a:p>
          <a:p>
            <a:r>
              <a:rPr lang="es-ES" dirty="0"/>
              <a:t>Cuando el usuario hace clic en el botón "Pagar" de la aplicación móvil, la pantalla no procesa el dinero. Solo le avisa al Controlador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86183A6-7FF1-C66E-48A4-7BF7E00B9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986" y="4799582"/>
            <a:ext cx="5039360" cy="187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7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258C-F5A4-70A7-1EEF-4CDE481E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59602A8-3F0A-8C39-CBE0-4156F9069F0F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B75EBA-6738-1639-5FD5-C670C4DD6001}"/>
              </a:ext>
            </a:extLst>
          </p:cNvPr>
          <p:cNvSpPr txBox="1"/>
          <p:nvPr/>
        </p:nvSpPr>
        <p:spPr>
          <a:xfrm>
            <a:off x="339983" y="1605704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Bajo acoplamiento (Low 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Coupling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EF019B3-1C18-12DA-F8D2-39EDF546354C}"/>
              </a:ext>
            </a:extLst>
          </p:cNvPr>
          <p:cNvSpPr/>
          <p:nvPr/>
        </p:nvSpPr>
        <p:spPr>
          <a:xfrm>
            <a:off x="274669" y="170594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713491-E8CB-5475-EC62-6508C9A55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0" y="2013718"/>
            <a:ext cx="8405293" cy="181655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9C70DE6-CC63-6005-06C8-DC3FE45D5940}"/>
              </a:ext>
            </a:extLst>
          </p:cNvPr>
          <p:cNvSpPr txBox="1"/>
          <p:nvPr/>
        </p:nvSpPr>
        <p:spPr>
          <a:xfrm>
            <a:off x="10099039" y="1423789"/>
            <a:ext cx="18894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Regla: Reduce al mínimo la dependencia directa entre clases para que un cambio en una no rompa la otra.</a:t>
            </a:r>
          </a:p>
          <a:p>
            <a:r>
              <a:rPr lang="es-ES" dirty="0"/>
              <a:t>Buen diseño (GRASP): Usas una abstracción intermedia (o inyección de dependencia) para desligar los dos componentes.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66791DC-B995-EAEF-422C-FE35699F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50" y="3930510"/>
            <a:ext cx="4642355" cy="263829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D49FE8F-12EE-366C-282A-232224AB2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286" y="4407134"/>
            <a:ext cx="5474207" cy="16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5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B23E-9A39-18E4-E7EC-5EDF87A5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9C5F937-E080-F11A-1F36-C6FB74279EC6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E8F489-F1AC-8545-A765-616873E9EE06}"/>
              </a:ext>
            </a:extLst>
          </p:cNvPr>
          <p:cNvSpPr txBox="1"/>
          <p:nvPr/>
        </p:nvSpPr>
        <p:spPr>
          <a:xfrm>
            <a:off x="531614" y="2300952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Alta cohesión (High 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Cohesion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73BAB45-1B9F-DA63-93E2-F2DB2998FAFF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08038C-22DA-BD11-9D44-75FE9985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4" y="2674769"/>
            <a:ext cx="7036735" cy="24969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CD521DC-E81A-5039-1D76-74C464A424EA}"/>
              </a:ext>
            </a:extLst>
          </p:cNvPr>
          <p:cNvSpPr txBox="1"/>
          <p:nvPr/>
        </p:nvSpPr>
        <p:spPr>
          <a:xfrm>
            <a:off x="274669" y="5415280"/>
            <a:ext cx="922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Regla: Asegúrate de que una clase se dedique a una sola tarea clara y bien definida. No crees "clases monstruo“.</a:t>
            </a:r>
          </a:p>
          <a:p>
            <a:r>
              <a:rPr lang="es-ES" dirty="0"/>
              <a:t>Buen diseño (GRASP): Mantienes a Usuario enfocado únicamente en los datos de la persona y delegas las demás responsabilidades.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07953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3F8-BDBD-D508-3808-ABD4CA03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1A0959E-30F1-E7D7-E8D8-1843988139E4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3D377-B3CB-2180-C807-671CE44F5B87}"/>
              </a:ext>
            </a:extLst>
          </p:cNvPr>
          <p:cNvSpPr txBox="1"/>
          <p:nvPr/>
        </p:nvSpPr>
        <p:spPr>
          <a:xfrm>
            <a:off x="531614" y="2300952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Polimorfismo (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Polymorphism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7D70715-2BF0-1BA7-0220-72F69527F8B6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448658-C705-31C9-7A07-326A846C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83" y="2749341"/>
            <a:ext cx="5732792" cy="26665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76557AF-C164-8C94-ED9A-DF5B622C9D6D}"/>
              </a:ext>
            </a:extLst>
          </p:cNvPr>
          <p:cNvSpPr txBox="1"/>
          <p:nvPr/>
        </p:nvSpPr>
        <p:spPr>
          <a:xfrm>
            <a:off x="7251390" y="2001520"/>
            <a:ext cx="25337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Regla: No uses condicionales repetitivos (</a:t>
            </a:r>
            <a:r>
              <a:rPr lang="es-ES" dirty="0" err="1"/>
              <a:t>if</a:t>
            </a:r>
            <a:r>
              <a:rPr lang="es-ES" dirty="0"/>
              <a:t>/</a:t>
            </a:r>
            <a:r>
              <a:rPr lang="es-ES" dirty="0" err="1"/>
              <a:t>else</a:t>
            </a:r>
            <a:r>
              <a:rPr lang="es-ES" dirty="0"/>
              <a:t> o switch) para manejar variaciones de comportamiento según el tipo de objeto. Usa herencia o interfaces.</a:t>
            </a:r>
          </a:p>
          <a:p>
            <a:r>
              <a:rPr lang="es-ES" b="1" dirty="0"/>
              <a:t>Buen diseño (GRASP):</a:t>
            </a:r>
            <a:r>
              <a:rPr lang="es-ES" dirty="0"/>
              <a:t> Creas una interfaz o clase base de transporte donde cada tipo resuelve su propia lógica.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954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0109-0D8D-3241-8483-F8397637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DF2E95A-087D-B4E3-6CDF-C2340E87A6CA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17E982-043B-9700-DA46-6D531EB2EA70}"/>
              </a:ext>
            </a:extLst>
          </p:cNvPr>
          <p:cNvSpPr txBox="1"/>
          <p:nvPr/>
        </p:nvSpPr>
        <p:spPr>
          <a:xfrm>
            <a:off x="531614" y="2300952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Fabricación pura (Pure 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Fabrication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EEC9841-167A-1F0D-CB5E-083596C6425F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BFD0A4-9D51-5425-4956-2B8F4B62E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14" y="2669598"/>
            <a:ext cx="8838065" cy="15188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8BE7CEC-3CB8-0A06-1A00-799A361B28E2}"/>
              </a:ext>
            </a:extLst>
          </p:cNvPr>
          <p:cNvSpPr txBox="1"/>
          <p:nvPr/>
        </p:nvSpPr>
        <p:spPr>
          <a:xfrm>
            <a:off x="531614" y="4511040"/>
            <a:ext cx="8498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Regla: Crea una clase artificial ("inventada") que no exista en el mundo real cuando necesites agrupar funciones sin arruinar la cohesión o el acoplamiento de las clases del negocio.</a:t>
            </a:r>
          </a:p>
          <a:p>
            <a:r>
              <a:rPr lang="es-ES" dirty="0"/>
              <a:t>Una base de datos no es parte del concepto real de un "Usuario" o "Pedido". Para no mezclar código de SQL dentro de nuestras clases de negocio, "fabricamos" un objeto utilitario.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3208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CD087-146C-9676-EE67-7D157055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F5FF893-BF4D-6CFC-7FA0-F95D97A4A6D6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524E70-1B49-1C0D-8D05-5A09B4E3A23F}"/>
              </a:ext>
            </a:extLst>
          </p:cNvPr>
          <p:cNvSpPr txBox="1"/>
          <p:nvPr/>
        </p:nvSpPr>
        <p:spPr>
          <a:xfrm>
            <a:off x="531614" y="1733058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Indirección (</a:t>
            </a:r>
            <a:r>
              <a:rPr lang="es-ES" sz="1400" b="1" dirty="0" err="1">
                <a:solidFill>
                  <a:srgbClr val="7F7F7F"/>
                </a:solidFill>
                <a:ea typeface="+mn-lt"/>
                <a:cs typeface="+mn-lt"/>
              </a:rPr>
              <a:t>Indirection</a:t>
            </a:r>
            <a:r>
              <a:rPr lang="es-ES" sz="1400" b="1" dirty="0">
                <a:solidFill>
                  <a:srgbClr val="7F7F7F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F0C9754-5387-7C2E-91C9-0152B3A7E638}"/>
              </a:ext>
            </a:extLst>
          </p:cNvPr>
          <p:cNvSpPr/>
          <p:nvPr/>
        </p:nvSpPr>
        <p:spPr>
          <a:xfrm>
            <a:off x="274669" y="1821632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25F1A0-A4BD-CC09-0DF7-C97E2BEB1920}"/>
              </a:ext>
            </a:extLst>
          </p:cNvPr>
          <p:cNvSpPr txBox="1"/>
          <p:nvPr/>
        </p:nvSpPr>
        <p:spPr>
          <a:xfrm>
            <a:off x="246008" y="2043419"/>
            <a:ext cx="4226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Regla: Introduce un objeto intermediario para evitar que dos partes del sistema se comuniquen de forma directa, logrando un desacoplamiento extremo.</a:t>
            </a:r>
          </a:p>
          <a:p>
            <a:r>
              <a:rPr lang="es-ES" dirty="0"/>
              <a:t>En lugar de que los componentes de la interfaz hablen directamente con la base de datos o servicios externos, se introduce un intermediario (como un componente de </a:t>
            </a:r>
            <a:r>
              <a:rPr lang="es-ES" i="1" dirty="0"/>
              <a:t>Mediator</a:t>
            </a:r>
            <a:r>
              <a:rPr lang="es-ES" dirty="0"/>
              <a:t> o bus de datos)</a:t>
            </a:r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4E7FDA2-001F-EB99-B7EE-D46F2F7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447" y="93048"/>
            <a:ext cx="7067545" cy="528159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41455EF-B4C1-C051-CDFF-61B3DE82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09" y="4715604"/>
            <a:ext cx="4254872" cy="20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1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1CF0-46B4-5E6E-58DD-86A842BC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A5B667-E795-F398-E19A-6D2410EBD622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GRASP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132F02-003E-3122-CCEF-C743C749A561}"/>
              </a:ext>
            </a:extLst>
          </p:cNvPr>
          <p:cNvSpPr txBox="1"/>
          <p:nvPr/>
        </p:nvSpPr>
        <p:spPr>
          <a:xfrm>
            <a:off x="531614" y="2300952"/>
            <a:ext cx="86936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b="1">
                <a:solidFill>
                  <a:srgbClr val="7F7F7F"/>
                </a:solidFill>
                <a:ea typeface="+mn-lt"/>
                <a:cs typeface="+mn-lt"/>
              </a:rPr>
              <a:t> Variaciones protegidas (Protected Variations)</a:t>
            </a:r>
            <a:endParaRPr lang="es-ES" sz="1400" b="1" dirty="0">
              <a:solidFill>
                <a:srgbClr val="7F7F7F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49855FA-3DE1-4084-C8A1-6F9AC7B0B659}"/>
              </a:ext>
            </a:extLst>
          </p:cNvPr>
          <p:cNvSpPr/>
          <p:nvPr/>
        </p:nvSpPr>
        <p:spPr>
          <a:xfrm>
            <a:off x="27466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A6D5A8-3451-BF47-3A6B-135150435432}"/>
              </a:ext>
            </a:extLst>
          </p:cNvPr>
          <p:cNvSpPr txBox="1"/>
          <p:nvPr/>
        </p:nvSpPr>
        <p:spPr>
          <a:xfrm>
            <a:off x="924561" y="5313680"/>
            <a:ext cx="853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Regla: </a:t>
            </a:r>
            <a:r>
              <a:rPr lang="es-ES" dirty="0"/>
              <a:t>Identifica los puntos de tu código que tienen una alta probabilidad de cambiar en el futuro y envuélvelos detrás de una interfaz estable para que el resto del sistema no se entere si el proveedor cambia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32D5E0-A51F-022A-8128-221549640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4" y="2873505"/>
            <a:ext cx="8059568" cy="19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95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F121-2460-6DC1-FFB7-A954DD95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AE8582-C2A9-1384-127C-B1E7D4667449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5C91B69-CB14-5419-E47F-6FDD79714C90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409ED0B-7B8F-D9FF-917F-3C170476B3D2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1633350-7C35-9E0C-F925-AD043E86D850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9BFE5C7-0255-7E79-6ABF-FD2E03CA0E5D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2B5613B-EA38-10EF-743E-34D20D735D32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E0A4FF-0B91-AC58-96CD-73C76565454E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8590C9-A8B8-FF21-42DE-72298A68ED7D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22141A-C8B0-3B49-ECB6-A3E2894AA3F4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3E021A7-5E81-48D3-73A3-80EBC616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51" y="2977906"/>
            <a:ext cx="2987299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56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18F4-6D1D-E61C-F1F3-E6EA8953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3EE17D2-1FFB-D479-F5C9-0FB2CC9A9AF3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768AD80-BFA5-E88E-B4AD-1577DC28CDEB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4047EA0-E8C0-585B-6799-E7EEF719E5E9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4A2C4A4-E97D-9A7A-A259-9B9FA5D2DD2A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C89EDFB-B9A0-2279-F4A6-B76CABA3FF39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BBCE285-3CBB-657D-0FAD-760439525D7B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FBF9ED-1DE8-D3BA-3228-8FED82C84384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E34F10-1483-7480-ADCD-5173342A9A86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986A20-1E55-4ACA-04FE-DA52319AA8BC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3AB3867-AFF6-9C7B-9EBB-52EF9065AC6C}"/>
              </a:ext>
            </a:extLst>
          </p:cNvPr>
          <p:cNvCxnSpPr>
            <a:cxnSpLocks/>
          </p:cNvCxnSpPr>
          <p:nvPr/>
        </p:nvCxnSpPr>
        <p:spPr>
          <a:xfrm>
            <a:off x="4322913" y="5101189"/>
            <a:ext cx="0" cy="36873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B1A9375-619E-4E36-BB56-3059996CA17D}"/>
              </a:ext>
            </a:extLst>
          </p:cNvPr>
          <p:cNvCxnSpPr>
            <a:cxnSpLocks/>
          </p:cNvCxnSpPr>
          <p:nvPr/>
        </p:nvCxnSpPr>
        <p:spPr>
          <a:xfrm>
            <a:off x="4307523" y="5448873"/>
            <a:ext cx="915266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5F989DA-F5CE-DBDB-A71E-BB9466A56DFC}"/>
              </a:ext>
            </a:extLst>
          </p:cNvPr>
          <p:cNvSpPr txBox="1"/>
          <p:nvPr/>
        </p:nvSpPr>
        <p:spPr>
          <a:xfrm>
            <a:off x="5238179" y="4960548"/>
            <a:ext cx="36884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Hacer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algo él mismo, como crear un objeto o hacer un cálculo.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Iniciar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una acción entre dos objetos.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Controlar y coordinar 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actividades en otros objetos.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863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08DE-6866-473E-2C03-FBE08CB4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6F95EA-3076-D8EF-4E73-E59F8A29B59E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1381A77-323D-6898-0322-F399828269C2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8DD1721-EEE8-94F2-371F-8FC9EF0F7286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F812765-63CE-B2B3-E73A-79AEADB21B71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4FC07C2-DFC4-531C-9711-3658114CF7DB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39441F2-DA63-321B-E7F1-2F68DF94B3C8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DF8E2A-57F6-8B01-FA3A-9D9452F88C8C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8E747B-E282-82D2-EA51-C42D890A970C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80248B-8D1A-F7A6-10CA-A200EB092F04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41B561D-9326-7FAE-88BE-85FE27A8685F}"/>
              </a:ext>
            </a:extLst>
          </p:cNvPr>
          <p:cNvCxnSpPr>
            <a:cxnSpLocks/>
          </p:cNvCxnSpPr>
          <p:nvPr/>
        </p:nvCxnSpPr>
        <p:spPr>
          <a:xfrm>
            <a:off x="4442145" y="3741946"/>
            <a:ext cx="0" cy="36873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7B1061C-82F9-4CFA-27BA-A1D093C95AE8}"/>
              </a:ext>
            </a:extLst>
          </p:cNvPr>
          <p:cNvCxnSpPr>
            <a:cxnSpLocks/>
          </p:cNvCxnSpPr>
          <p:nvPr/>
        </p:nvCxnSpPr>
        <p:spPr>
          <a:xfrm>
            <a:off x="4426755" y="4089630"/>
            <a:ext cx="915266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255002E-673A-A453-E393-88F8CF970670}"/>
              </a:ext>
            </a:extLst>
          </p:cNvPr>
          <p:cNvSpPr txBox="1"/>
          <p:nvPr/>
        </p:nvSpPr>
        <p:spPr>
          <a:xfrm>
            <a:off x="5342021" y="3685417"/>
            <a:ext cx="368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los objetos privados encapsulados.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los objetos relacionados.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 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las cosas que puede derivar o calcular. 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85ABDF-0625-9DDB-8E80-EE0B02D8609E}"/>
              </a:ext>
            </a:extLst>
          </p:cNvPr>
          <p:cNvSpPr txBox="1"/>
          <p:nvPr/>
        </p:nvSpPr>
        <p:spPr>
          <a:xfrm>
            <a:off x="1024298" y="5673801"/>
            <a:ext cx="7618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Las responsabilidades de conocer a menudo se pueden inferir del modelo de dominio, debido a los atributos y asociaciones que describe…</a:t>
            </a:r>
            <a:endParaRPr lang="es-AR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2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623E-1899-2AC4-AAE0-153A43FD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569E050-BB99-0ADE-7370-8BA376EB134B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97F128D-4E9D-E6F1-8FF1-BE39C92F7F89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3FF1038-69A7-D41B-5944-1160EC0D9E4F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6382232-DC84-0D36-60B9-022EE4305542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91E9E54-D5BD-4AA9-4AA7-61F8C591FB8B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C722400-99C6-BA82-0821-C728117CD308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B0ADA1-C20D-65C3-E2B1-8698D2B3C68C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DF3E52-60BF-9882-0E62-DF107DF9A667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2D60373-EA19-3464-D4C3-8C2135D66450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E4EE7F-7C8B-BD11-25AA-0B2A38AF6822}"/>
              </a:ext>
            </a:extLst>
          </p:cNvPr>
          <p:cNvSpPr txBox="1"/>
          <p:nvPr/>
        </p:nvSpPr>
        <p:spPr>
          <a:xfrm>
            <a:off x="5244792" y="3675170"/>
            <a:ext cx="36884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Ej.: “una Venta es responsable de conocer su total”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Ej.: “una Venta es responsable de crear una </a:t>
            </a:r>
            <a:r>
              <a:rPr lang="es-ES" sz="1400" b="1" dirty="0" err="1">
                <a:solidFill>
                  <a:schemeClr val="accent6">
                    <a:lumMod val="50000"/>
                  </a:schemeClr>
                </a:solidFill>
              </a:rPr>
              <a:t>LineaDeVenta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E7F7AEB-2526-4A64-0EFF-B7568347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18" t="87874" r="60109"/>
          <a:stretch>
            <a:fillRect/>
          </a:stretch>
        </p:blipFill>
        <p:spPr>
          <a:xfrm>
            <a:off x="651837" y="5670611"/>
            <a:ext cx="1898858" cy="461665"/>
          </a:xfrm>
          <a:prstGeom prst="rect">
            <a:avLst/>
          </a:prstGeom>
        </p:spPr>
      </p:pic>
      <p:pic>
        <p:nvPicPr>
          <p:cNvPr id="17" name="Imagen 1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76AA83F-CEA2-8373-C2AC-4BB62DFB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32" t="56572"/>
          <a:stretch>
            <a:fillRect/>
          </a:stretch>
        </p:blipFill>
        <p:spPr>
          <a:xfrm>
            <a:off x="4395536" y="5074757"/>
            <a:ext cx="4762421" cy="165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82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936D-4B06-B127-C83E-F8687B29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765036A-7F8C-3BA8-2173-BACBA87AC025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086AFE3-552B-2F4F-261B-EB7C8DFA65AB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7105A8B-A498-2CAA-58C4-364A132985C8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6357FF9-DD74-4FB5-80B1-DA56619CE11F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26F6153-4528-1CAA-6173-C45BA62161C1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C5F79B3-B038-84AC-BF19-5C41EEFA8E8D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CB0596-75AE-8ACB-A7BF-39C85FC4EE30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4C9DEE-5642-5155-425E-8C3A7FDAD3E9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66B03E-7C8B-936A-B24A-6DB8ECD54835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91D1F4-7269-1044-EE43-1BA17BF78047}"/>
              </a:ext>
            </a:extLst>
          </p:cNvPr>
          <p:cNvSpPr txBox="1"/>
          <p:nvPr/>
        </p:nvSpPr>
        <p:spPr>
          <a:xfrm>
            <a:off x="5758139" y="3356155"/>
            <a:ext cx="331367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Granularidad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¿Cuánto de responsabilidad a Clases y Métodos?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 “Resolver los accesos a la Base de Datos” vs. “Crear una Venta”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E994B96-8195-AD2C-ADDD-CCA4BE242A52}"/>
              </a:ext>
            </a:extLst>
          </p:cNvPr>
          <p:cNvSpPr txBox="1"/>
          <p:nvPr/>
        </p:nvSpPr>
        <p:spPr>
          <a:xfrm>
            <a:off x="533511" y="5510835"/>
            <a:ext cx="853829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chemeClr val="accent3"/>
                </a:solidFill>
              </a:rPr>
              <a:t>Una responsabilidad NO es lo mismo que un método, pero los métodos se implementan para llevar a cabo las responsabilidades.</a:t>
            </a:r>
            <a:endParaRPr lang="es-AR" sz="2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49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B063-47A4-4DAB-241E-C72C316D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D2545B-FA59-FEBC-7BBC-2CFDF4D1C03C}"/>
              </a:ext>
            </a:extLst>
          </p:cNvPr>
          <p:cNvSpPr txBox="1"/>
          <p:nvPr/>
        </p:nvSpPr>
        <p:spPr>
          <a:xfrm>
            <a:off x="410711" y="279740"/>
            <a:ext cx="8857111" cy="132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diagramas de interacción</a:t>
            </a:r>
            <a:endParaRPr lang="es-ES" sz="4000" b="1" dirty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6694086-3D52-9BFA-0D7E-77CBF6E2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7" y="1814635"/>
            <a:ext cx="9246357" cy="38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DFB3-23E6-4A6B-7F7A-BE5A2678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1E5BAE-8603-06D0-7E78-0F765B03CF1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Patrones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88102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AC0B7DEE-D131-F83A-FEB9-1F2C9655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38" y="1840369"/>
            <a:ext cx="8241972" cy="1276413"/>
          </a:xfrm>
          <a:prstGeom prst="rect">
            <a:avLst/>
          </a:prstGeom>
        </p:spPr>
      </p:pic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8FE80C1-26C6-06C4-11D5-71B2CBEE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98" y="3741219"/>
            <a:ext cx="2124075" cy="1990725"/>
          </a:xfrm>
          <a:prstGeom prst="rect">
            <a:avLst/>
          </a:prstGeom>
        </p:spPr>
      </p:pic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4107181-24F3-5503-17A9-1C93110B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29" y="4188894"/>
            <a:ext cx="4457700" cy="15430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C8C0290-FE1E-2729-2157-BB8D97FB1169}"/>
              </a:ext>
            </a:extLst>
          </p:cNvPr>
          <p:cNvSpPr txBox="1"/>
          <p:nvPr/>
        </p:nvSpPr>
        <p:spPr>
          <a:xfrm>
            <a:off x="442976" y="524916"/>
            <a:ext cx="915640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400" b="1" dirty="0">
                <a:solidFill>
                  <a:prstClr val="white"/>
                </a:solidFill>
                <a:ea typeface="+mn-lt"/>
                <a:cs typeface="+mn-lt"/>
              </a:rPr>
              <a:t>Patrones</a:t>
            </a:r>
            <a:endParaRPr lang="es-ES" sz="1100" b="1" dirty="0"/>
          </a:p>
        </p:txBody>
      </p:sp>
    </p:spTree>
    <p:extLst>
      <p:ext uri="{BB962C8B-B14F-4D97-AF65-F5344CB8AC3E}">
        <p14:creationId xmlns:p14="http://schemas.microsoft.com/office/powerpoint/2010/main" val="1223036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9B26-FBA5-3969-8F0F-6AE8CF41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7AC54364-D2A7-ED20-6E64-D37D3703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94"/>
          <a:stretch>
            <a:fillRect/>
          </a:stretch>
        </p:blipFill>
        <p:spPr>
          <a:xfrm>
            <a:off x="608354" y="1600470"/>
            <a:ext cx="7515225" cy="1037800"/>
          </a:xfrm>
          <a:prstGeom prst="rect">
            <a:avLst/>
          </a:prstGeom>
        </p:spPr>
      </p:pic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5A7B4B6-7640-CF54-413C-24A60758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3" y="2661669"/>
            <a:ext cx="8952790" cy="1037799"/>
          </a:xfrm>
          <a:prstGeom prst="rect">
            <a:avLst/>
          </a:prstGeom>
        </p:spPr>
      </p:pic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5AD273D6-D6EA-2469-D8C8-9305363C5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033" y="3803299"/>
            <a:ext cx="7523898" cy="263927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7B51451-3A99-7F35-0802-292351E7B113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53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80CA-00DD-5285-7773-4AD57627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53D937-4132-C50C-461B-2F065CB3C535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Experto en información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631841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7D8C-996A-5A22-3174-7AC19F89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1107826-8340-A00E-0F45-438FECE6E63F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5A7D3E76-0459-10B7-B8F1-11D6CE0A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14" y="2382458"/>
            <a:ext cx="8628374" cy="36734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3B3903D-021B-F53A-3A8A-A531BCF6F4F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44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295F-5673-3B1F-E895-77998E9C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22002D-07BA-696B-2D2C-C8F824957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64" y="2104256"/>
            <a:ext cx="8825553" cy="38071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127A98B-1271-8597-F6A5-AB7D57D3419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CDE089-7CC1-86D3-23A5-18C865BB91D0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42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DEAC-C5D6-A72D-1733-745941D2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6B8E6ED-B49A-B680-14A3-31DD8D65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3" y="2021379"/>
            <a:ext cx="8962031" cy="39504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B5668A4-5AE4-4B78-DF78-EE0AFB5B2EE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305617-C9ED-941D-27CB-48BC3F8C9443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485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76B3-47C5-86EA-F305-B5984369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C7E2F5-BAE7-5B0E-97FB-38C36D87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75" y="2157405"/>
            <a:ext cx="8937967" cy="374774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211534F-5A22-51F2-93D1-7B39E3A2409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1A3DD9-4410-2878-072B-9F9807DE576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36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F765-E820-0570-9494-B02E72F3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DC401777-B35D-8D60-D963-502F716F3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13" y="2261574"/>
            <a:ext cx="8844995" cy="36579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62974F1-AC8A-FC37-FAE1-C159377B6CD8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CC9DB9-36B0-67F4-81DE-03F2594DAF2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75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7B91-89C0-2259-5509-DC5A7A94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A2870F9-705E-6068-9401-CA6CDF639E9E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Calibri"/>
                <a:cs typeface="Calibri"/>
              </a:rPr>
              <a:t>Creador</a:t>
            </a:r>
          </a:p>
        </p:txBody>
      </p:sp>
    </p:spTree>
    <p:extLst>
      <p:ext uri="{BB962C8B-B14F-4D97-AF65-F5344CB8AC3E}">
        <p14:creationId xmlns:p14="http://schemas.microsoft.com/office/powerpoint/2010/main" val="441468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D8BB-BAA9-A58D-9DB9-F4CD4D76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FFC211DE-AE19-84E2-E9CD-5A342C64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133674"/>
            <a:ext cx="8973901" cy="38019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743905C-E566-9CE6-D260-BD84C9049287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4C6989-3C92-D56D-D7CE-4A1AF740DE6D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Creador - </a:t>
            </a:r>
            <a:r>
              <a:rPr lang="es-ES" sz="2400" b="1" dirty="0" err="1">
                <a:solidFill>
                  <a:schemeClr val="accent2"/>
                </a:solidFill>
              </a:rPr>
              <a:t>Creator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55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2DC2-A589-B79A-7A99-D974B0A3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4932DC8-45F6-CFB2-B97E-1BD668892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92" y="2156303"/>
            <a:ext cx="8782333" cy="377301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5D42AE-92D5-974F-EABC-02EC1479198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2F24EB-925C-2B9B-8100-6852718C3B39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Creador - </a:t>
            </a:r>
            <a:r>
              <a:rPr lang="es-ES" sz="2400" b="1" dirty="0" err="1">
                <a:solidFill>
                  <a:schemeClr val="accent2"/>
                </a:solidFill>
              </a:rPr>
              <a:t>Creator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983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94C8-30F5-6EEE-9660-FCD6B30B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92B9CC-AFFB-7A74-397F-2B223C8CD99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Calibri"/>
                <a:cs typeface="Calibri"/>
              </a:rPr>
              <a:t>Bajo </a:t>
            </a:r>
            <a:r>
              <a:rPr lang="es-AR" sz="6600" b="1" dirty="0" err="1">
                <a:solidFill>
                  <a:prstClr val="white"/>
                </a:solidFill>
                <a:ea typeface="Calibri"/>
                <a:cs typeface="Calibri"/>
              </a:rPr>
              <a:t>Acomplamiento</a:t>
            </a:r>
            <a:endParaRPr lang="es-ES" b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2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BB56-C0B5-437B-E2D2-C5FBDFF7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68B66966-B170-4583-7DE2-948D1954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347224"/>
            <a:ext cx="9109881" cy="396790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2991AD-471C-3066-1847-9F2E65F5A459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BEBF85-1269-0463-606F-2D8657DEDAC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Bajo </a:t>
            </a:r>
            <a:r>
              <a:rPr lang="es-ES" sz="2400" b="1" dirty="0" err="1">
                <a:solidFill>
                  <a:schemeClr val="accent2"/>
                </a:solidFill>
              </a:rPr>
              <a:t>acomplamiento</a:t>
            </a:r>
            <a:r>
              <a:rPr lang="es-ES" sz="2400" b="1" dirty="0">
                <a:solidFill>
                  <a:schemeClr val="accent2"/>
                </a:solidFill>
              </a:rPr>
              <a:t> (</a:t>
            </a:r>
            <a:r>
              <a:rPr lang="es-ES" sz="2400" b="1" i="1" dirty="0">
                <a:solidFill>
                  <a:schemeClr val="accent2"/>
                </a:solidFill>
              </a:rPr>
              <a:t>Low </a:t>
            </a:r>
            <a:r>
              <a:rPr lang="es-ES" sz="2400" b="1" i="1" dirty="0" err="1">
                <a:solidFill>
                  <a:schemeClr val="accent2"/>
                </a:solidFill>
              </a:rPr>
              <a:t>Coupling</a:t>
            </a:r>
            <a:r>
              <a:rPr lang="es-ES" sz="2400" b="1" dirty="0">
                <a:solidFill>
                  <a:schemeClr val="accent2"/>
                </a:solidFill>
              </a:rPr>
              <a:t>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90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CBD8-DC14-6AF3-1A55-ABF496C5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71824E-F366-5BA5-58AA-B8AB18B6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3" y="2261573"/>
            <a:ext cx="8973403" cy="3882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5EC6D2-7A14-0A88-F4F2-615F44F0181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9EEF1A-E612-F32A-7B4D-16B8D88A43E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Bajo </a:t>
            </a:r>
            <a:r>
              <a:rPr lang="es-ES" sz="2400" b="1" dirty="0" err="1">
                <a:solidFill>
                  <a:schemeClr val="accent2"/>
                </a:solidFill>
              </a:rPr>
              <a:t>acomplamiento</a:t>
            </a:r>
            <a:r>
              <a:rPr lang="es-ES" sz="2400" b="1" dirty="0">
                <a:solidFill>
                  <a:schemeClr val="accent2"/>
                </a:solidFill>
              </a:rPr>
              <a:t> (</a:t>
            </a:r>
            <a:r>
              <a:rPr lang="es-ES" sz="2400" b="1" i="1" dirty="0">
                <a:solidFill>
                  <a:schemeClr val="accent2"/>
                </a:solidFill>
              </a:rPr>
              <a:t>Low </a:t>
            </a:r>
            <a:r>
              <a:rPr lang="es-ES" sz="2400" b="1" i="1">
                <a:solidFill>
                  <a:schemeClr val="accent2"/>
                </a:solidFill>
              </a:rPr>
              <a:t>Coupling</a:t>
            </a:r>
            <a:r>
              <a:rPr lang="es-ES" sz="2400" b="1" dirty="0">
                <a:solidFill>
                  <a:schemeClr val="accent2"/>
                </a:solidFill>
              </a:rPr>
              <a:t>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654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8815-6E21-26C9-C371-F648D097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D52452-6141-2517-9D8F-94356143BDF1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Alta cohesión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315633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BB909-BA40-20C0-81BC-C3131247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5D31721-CCD3-6C32-D1A5-6217B02C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3" y="2261573"/>
            <a:ext cx="8912272" cy="391392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19E20E3-18D4-C508-FB86-57393BCD5FE6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680F51-7E6F-7C09-DF3C-AED2A1CAC527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554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D3BB-7B5E-26A0-4B4F-AC1BBD05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B66A00-D3D3-0D45-A267-CA68C2B4F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92" y="2103707"/>
            <a:ext cx="9155374" cy="40005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B705AB2-8781-16FE-4B7F-E5592BBBCD23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CB39E9-E84C-10F3-7D8D-D5623A82BD06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62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EB04-A031-8AEC-E313-A470F8D4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8403818-5B40-77D6-0CD9-C3325E6F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23" y="2261573"/>
            <a:ext cx="8927912" cy="385787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64CEAE-5F33-AA93-3915-55B1B1864BED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5E1E7B-5E0D-E55C-22C4-149609A4168E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028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7F13-ABBE-DE2D-F6D6-7139CF0C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24E2E2-37F7-2485-6AE2-679EB39B5F8D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Controlador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87081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6EF2-0BDF-4899-E1A1-69152DE7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1E4C3EC-B3F1-8BDA-D8FD-233E20A2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6" y="2261573"/>
            <a:ext cx="9451075" cy="413141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BBF8A4-F051-6D05-1DAA-034D87293CDB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B4EE57-BFD7-33C4-5BEB-066EB5247C69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634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3657A-2311-3752-D185-2F899684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03018C8-B857-DA76-F254-24560ABF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8" y="2021379"/>
            <a:ext cx="8782333" cy="439840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C023FD4-2DA1-4913-3248-D678B0B0A3EB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5B9EFB-D875-2013-61E9-1F0E088D6C0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89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D49A-BBA1-D2DA-6F9F-0E5C81A4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BE25C7C-6C88-534A-489A-0A6D941D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163930"/>
            <a:ext cx="8943569" cy="39240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DF0908A-7BF1-E4A3-3E5A-F888416E86C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BCBA4-B7C6-332A-5E77-FE0907F99585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899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55678" y="651761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403423" y="1610941"/>
            <a:ext cx="2678512" cy="2185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Patrones de </a:t>
            </a:r>
            <a:r>
              <a:rPr lang="es-AR" sz="2000" b="1" i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Software</a:t>
            </a:r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 Generales para la Asignación de Responsabilidades </a:t>
            </a:r>
          </a:p>
          <a:p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GRASP</a:t>
            </a:r>
          </a:p>
          <a:p>
            <a:endParaRPr lang="es-AR" sz="20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36372144-6AE7-8E52-8A12-19F13EBF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412" y="1496775"/>
            <a:ext cx="4610100" cy="52292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62DB38-7A6E-F28D-B460-D59CECCAC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8" y="4564089"/>
            <a:ext cx="13620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B2A9-FED9-C11E-CA70-E8E3FBE5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51F177-8C97-A732-C5E0-FBAC529582D6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¿Preguntas?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707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91807" y="2539075"/>
            <a:ext cx="3846643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LARMAN, Craig; GARCÍA MOLINA,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Jesús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UML y patrones: una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introducción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al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análisis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y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diseño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orientado a objetos y al proceso unificado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2a ed. 2003. Madrid: Pearson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Educación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xxv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, 590 p. ISBN: 9788420534381 </a:t>
            </a:r>
            <a:endParaRPr lang="es-ES" sz="16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1803CA-FEBB-4A0D-BD4D-E9503F1B167C}">
  <ds:schemaRefs>
    <ds:schemaRef ds:uri="http://purl.org/dc/elements/1.1/"/>
    <ds:schemaRef ds:uri="http://schemas.microsoft.com/office/2006/documentManagement/types"/>
    <ds:schemaRef ds:uri="232756c5-2869-4da6-aa3d-6ef32daae75e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b5f0631a-2ac1-434a-9e75-b23938e5739a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172</TotalTime>
  <Words>1245</Words>
  <Application>Microsoft Office PowerPoint</Application>
  <PresentationFormat>Panorámica</PresentationFormat>
  <Paragraphs>151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52</vt:i4>
      </vt:variant>
    </vt:vector>
  </HeadingPairs>
  <TitlesOfParts>
    <vt:vector size="61" baseType="lpstr">
      <vt:lpstr>Arial</vt:lpstr>
      <vt:lpstr>Calibri</vt:lpstr>
      <vt:lpstr>Calibri Light</vt:lpstr>
      <vt:lpstr>Trebuchet MS</vt:lpstr>
      <vt:lpstr>Ubuntu</vt:lpstr>
      <vt:lpstr>Wingdings 3</vt:lpstr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Moisés Bueno</cp:lastModifiedBy>
  <cp:revision>544</cp:revision>
  <dcterms:created xsi:type="dcterms:W3CDTF">2022-08-30T18:57:15Z</dcterms:created>
  <dcterms:modified xsi:type="dcterms:W3CDTF">2026-08-12T21:44:13Z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