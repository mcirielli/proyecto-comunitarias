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omments/modernComment_161_6CDA180D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  <p:sldMasterId id="2147483660" r:id="rId6"/>
  </p:sldMasterIdLst>
  <p:notesMasterIdLst>
    <p:notesMasterId r:id="rId47"/>
  </p:notesMasterIdLst>
  <p:handoutMasterIdLst>
    <p:handoutMasterId r:id="rId48"/>
  </p:handoutMasterIdLst>
  <p:sldIdLst>
    <p:sldId id="344" r:id="rId7"/>
    <p:sldId id="346" r:id="rId8"/>
    <p:sldId id="258" r:id="rId9"/>
    <p:sldId id="326" r:id="rId10"/>
    <p:sldId id="348" r:id="rId11"/>
    <p:sldId id="356" r:id="rId12"/>
    <p:sldId id="355" r:id="rId13"/>
    <p:sldId id="383" r:id="rId14"/>
    <p:sldId id="384" r:id="rId15"/>
    <p:sldId id="385" r:id="rId16"/>
    <p:sldId id="386" r:id="rId17"/>
    <p:sldId id="387" r:id="rId18"/>
    <p:sldId id="357" r:id="rId19"/>
    <p:sldId id="351" r:id="rId20"/>
    <p:sldId id="388" r:id="rId21"/>
    <p:sldId id="397" r:id="rId22"/>
    <p:sldId id="389" r:id="rId23"/>
    <p:sldId id="390" r:id="rId24"/>
    <p:sldId id="391" r:id="rId25"/>
    <p:sldId id="392" r:id="rId26"/>
    <p:sldId id="393" r:id="rId27"/>
    <p:sldId id="398" r:id="rId28"/>
    <p:sldId id="394" r:id="rId29"/>
    <p:sldId id="395" r:id="rId30"/>
    <p:sldId id="399" r:id="rId31"/>
    <p:sldId id="396" r:id="rId32"/>
    <p:sldId id="400" r:id="rId33"/>
    <p:sldId id="401" r:id="rId34"/>
    <p:sldId id="402" r:id="rId35"/>
    <p:sldId id="403" r:id="rId36"/>
    <p:sldId id="404" r:id="rId37"/>
    <p:sldId id="406" r:id="rId38"/>
    <p:sldId id="405" r:id="rId39"/>
    <p:sldId id="407" r:id="rId40"/>
    <p:sldId id="408" r:id="rId41"/>
    <p:sldId id="354" r:id="rId42"/>
    <p:sldId id="353" r:id="rId43"/>
    <p:sldId id="409" r:id="rId44"/>
    <p:sldId id="316" r:id="rId45"/>
    <p:sldId id="272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AE230C-0BBF-9776-29A6-8BCB6437EB5D}" v="6" dt="2025-08-06T18:58:52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6" autoAdjust="0"/>
    <p:restoredTop sz="96654" autoAdjust="0"/>
  </p:normalViewPr>
  <p:slideViewPr>
    <p:cSldViewPr snapToGrid="0">
      <p:cViewPr varScale="1">
        <p:scale>
          <a:sx n="95" d="100"/>
          <a:sy n="95" d="100"/>
        </p:scale>
        <p:origin x="3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8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55" Type="http://schemas.microsoft.com/office/2018/10/relationships/authors" Target="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2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IZ MATIAS GABRIEL" userId="S::matruiz@uade.edu.ar::72c12a3b-a710-4b0e-ab01-ac5c42c63442" providerId="AD" clId="Web-{D3B6EEB8-872F-DE06-21FB-FAFC41D9952F}"/>
    <pc:docChg chg="addSld delSld modSld sldOrd">
      <pc:chgData name="RUIZ MATIAS GABRIEL" userId="S::matruiz@uade.edu.ar::72c12a3b-a710-4b0e-ab01-ac5c42c63442" providerId="AD" clId="Web-{D3B6EEB8-872F-DE06-21FB-FAFC41D9952F}" dt="2025-06-10T14:25:36.750" v="368" actId="1076"/>
      <pc:docMkLst>
        <pc:docMk/>
      </pc:docMkLst>
      <pc:sldChg chg="modSp">
        <pc:chgData name="RUIZ MATIAS GABRIEL" userId="S::matruiz@uade.edu.ar::72c12a3b-a710-4b0e-ab01-ac5c42c63442" providerId="AD" clId="Web-{D3B6EEB8-872F-DE06-21FB-FAFC41D9952F}" dt="2025-06-10T13:54:14.582" v="4" actId="20577"/>
        <pc:sldMkLst>
          <pc:docMk/>
          <pc:sldMk cId="3394174499" sldId="258"/>
        </pc:sldMkLst>
      </pc:sldChg>
      <pc:sldChg chg="modSp">
        <pc:chgData name="RUIZ MATIAS GABRIEL" userId="S::matruiz@uade.edu.ar::72c12a3b-a710-4b0e-ab01-ac5c42c63442" providerId="AD" clId="Web-{D3B6EEB8-872F-DE06-21FB-FAFC41D9952F}" dt="2025-06-10T13:53:51.706" v="2" actId="20577"/>
        <pc:sldMkLst>
          <pc:docMk/>
          <pc:sldMk cId="1594981986" sldId="316"/>
        </pc:sldMkLst>
      </pc:sldChg>
      <pc:sldChg chg="modSp">
        <pc:chgData name="RUIZ MATIAS GABRIEL" userId="S::matruiz@uade.edu.ar::72c12a3b-a710-4b0e-ab01-ac5c42c63442" providerId="AD" clId="Web-{D3B6EEB8-872F-DE06-21FB-FAFC41D9952F}" dt="2025-06-10T13:54:27.286" v="5" actId="20577"/>
        <pc:sldMkLst>
          <pc:docMk/>
          <pc:sldMk cId="1513959409" sldId="326"/>
        </pc:sldMkLst>
      </pc:sldChg>
      <pc:sldChg chg="del">
        <pc:chgData name="RUIZ MATIAS GABRIEL" userId="S::matruiz@uade.edu.ar::72c12a3b-a710-4b0e-ab01-ac5c42c63442" providerId="AD" clId="Web-{D3B6EEB8-872F-DE06-21FB-FAFC41D9952F}" dt="2025-06-10T13:57:27.090" v="30"/>
        <pc:sldMkLst>
          <pc:docMk/>
          <pc:sldMk cId="850022109" sldId="347"/>
        </pc:sldMkLst>
      </pc:sldChg>
      <pc:sldChg chg="modSp">
        <pc:chgData name="RUIZ MATIAS GABRIEL" userId="S::matruiz@uade.edu.ar::72c12a3b-a710-4b0e-ab01-ac5c42c63442" providerId="AD" clId="Web-{D3B6EEB8-872F-DE06-21FB-FAFC41D9952F}" dt="2025-06-10T13:55:07.662" v="15" actId="1076"/>
        <pc:sldMkLst>
          <pc:docMk/>
          <pc:sldMk cId="3812920857" sldId="348"/>
        </pc:sldMkLst>
      </pc:sldChg>
      <pc:sldChg chg="del">
        <pc:chgData name="RUIZ MATIAS GABRIEL" userId="S::matruiz@uade.edu.ar::72c12a3b-a710-4b0e-ab01-ac5c42c63442" providerId="AD" clId="Web-{D3B6EEB8-872F-DE06-21FB-FAFC41D9952F}" dt="2025-06-10T13:57:28.715" v="31"/>
        <pc:sldMkLst>
          <pc:docMk/>
          <pc:sldMk cId="2783067169" sldId="349"/>
        </pc:sldMkLst>
      </pc:sldChg>
      <pc:sldChg chg="del">
        <pc:chgData name="RUIZ MATIAS GABRIEL" userId="S::matruiz@uade.edu.ar::72c12a3b-a710-4b0e-ab01-ac5c42c63442" providerId="AD" clId="Web-{D3B6EEB8-872F-DE06-21FB-FAFC41D9952F}" dt="2025-06-10T13:58:10.982" v="39"/>
        <pc:sldMkLst>
          <pc:docMk/>
          <pc:sldMk cId="4036460344" sldId="350"/>
        </pc:sldMkLst>
      </pc:sldChg>
      <pc:sldChg chg="addSp delSp modSp">
        <pc:chgData name="RUIZ MATIAS GABRIEL" userId="S::matruiz@uade.edu.ar::72c12a3b-a710-4b0e-ab01-ac5c42c63442" providerId="AD" clId="Web-{D3B6EEB8-872F-DE06-21FB-FAFC41D9952F}" dt="2025-06-10T14:03:11.338" v="101" actId="1076"/>
        <pc:sldMkLst>
          <pc:docMk/>
          <pc:sldMk cId="1223036597" sldId="351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86" v="127"/>
        <pc:sldMkLst>
          <pc:docMk/>
          <pc:sldMk cId="2260096934" sldId="352"/>
        </pc:sldMkLst>
      </pc:sldChg>
      <pc:sldChg chg="addSp modSp">
        <pc:chgData name="RUIZ MATIAS GABRIEL" userId="S::matruiz@uade.edu.ar::72c12a3b-a710-4b0e-ab01-ac5c42c63442" providerId="AD" clId="Web-{D3B6EEB8-872F-DE06-21FB-FAFC41D9952F}" dt="2025-06-10T14:25:36.750" v="368" actId="1076"/>
        <pc:sldMkLst>
          <pc:docMk/>
          <pc:sldMk cId="1826232333" sldId="353"/>
        </pc:sldMkLst>
      </pc:sldChg>
      <pc:sldChg chg="addSp delSp modSp">
        <pc:chgData name="RUIZ MATIAS GABRIEL" userId="S::matruiz@uade.edu.ar::72c12a3b-a710-4b0e-ab01-ac5c42c63442" providerId="AD" clId="Web-{D3B6EEB8-872F-DE06-21FB-FAFC41D9952F}" dt="2025-06-10T13:55:57.305" v="29" actId="1076"/>
        <pc:sldMkLst>
          <pc:docMk/>
          <pc:sldMk cId="3841556761" sldId="355"/>
        </pc:sldMkLst>
      </pc:sldChg>
      <pc:sldChg chg="modSp">
        <pc:chgData name="RUIZ MATIAS GABRIEL" userId="S::matruiz@uade.edu.ar::72c12a3b-a710-4b0e-ab01-ac5c42c63442" providerId="AD" clId="Web-{D3B6EEB8-872F-DE06-21FB-FAFC41D9952F}" dt="2025-06-10T13:55:29.163" v="19" actId="1076"/>
        <pc:sldMkLst>
          <pc:docMk/>
          <pc:sldMk cId="3398156912" sldId="356"/>
        </pc:sldMkLst>
      </pc:sldChg>
      <pc:sldChg chg="modSp">
        <pc:chgData name="RUIZ MATIAS GABRIEL" userId="S::matruiz@uade.edu.ar::72c12a3b-a710-4b0e-ab01-ac5c42c63442" providerId="AD" clId="Web-{D3B6EEB8-872F-DE06-21FB-FAFC41D9952F}" dt="2025-06-10T14:02:26.495" v="93" actId="20577"/>
        <pc:sldMkLst>
          <pc:docMk/>
          <pc:sldMk cId="2188102843" sldId="357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86" v="128"/>
        <pc:sldMkLst>
          <pc:docMk/>
          <pc:sldMk cId="2614376137" sldId="358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86" v="126"/>
        <pc:sldMkLst>
          <pc:docMk/>
          <pc:sldMk cId="4101515999" sldId="359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86" v="125"/>
        <pc:sldMkLst>
          <pc:docMk/>
          <pc:sldMk cId="3631684685" sldId="360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24"/>
        <pc:sldMkLst>
          <pc:docMk/>
          <pc:sldMk cId="4237622969" sldId="361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23"/>
        <pc:sldMkLst>
          <pc:docMk/>
          <pc:sldMk cId="1100470178" sldId="362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22"/>
        <pc:sldMkLst>
          <pc:docMk/>
          <pc:sldMk cId="2370607140" sldId="363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21"/>
        <pc:sldMkLst>
          <pc:docMk/>
          <pc:sldMk cId="1261146235" sldId="364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20"/>
        <pc:sldMkLst>
          <pc:docMk/>
          <pc:sldMk cId="1470349471" sldId="365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9"/>
        <pc:sldMkLst>
          <pc:docMk/>
          <pc:sldMk cId="1773996786" sldId="366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8"/>
        <pc:sldMkLst>
          <pc:docMk/>
          <pc:sldMk cId="3893584560" sldId="367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7"/>
        <pc:sldMkLst>
          <pc:docMk/>
          <pc:sldMk cId="3185442641" sldId="368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6"/>
        <pc:sldMkLst>
          <pc:docMk/>
          <pc:sldMk cId="2641558380" sldId="369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5"/>
        <pc:sldMkLst>
          <pc:docMk/>
          <pc:sldMk cId="3015206153" sldId="370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4"/>
        <pc:sldMkLst>
          <pc:docMk/>
          <pc:sldMk cId="2295854777" sldId="371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3"/>
        <pc:sldMkLst>
          <pc:docMk/>
          <pc:sldMk cId="4156294668" sldId="372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2"/>
        <pc:sldMkLst>
          <pc:docMk/>
          <pc:sldMk cId="3031291250" sldId="373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70" v="111"/>
        <pc:sldMkLst>
          <pc:docMk/>
          <pc:sldMk cId="1196318114" sldId="374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10"/>
        <pc:sldMkLst>
          <pc:docMk/>
          <pc:sldMk cId="4198761667" sldId="375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9"/>
        <pc:sldMkLst>
          <pc:docMk/>
          <pc:sldMk cId="3330315018" sldId="376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8"/>
        <pc:sldMkLst>
          <pc:docMk/>
          <pc:sldMk cId="3282453333" sldId="377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7"/>
        <pc:sldMkLst>
          <pc:docMk/>
          <pc:sldMk cId="2471162185" sldId="378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6"/>
        <pc:sldMkLst>
          <pc:docMk/>
          <pc:sldMk cId="3145890308" sldId="379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5"/>
        <pc:sldMkLst>
          <pc:docMk/>
          <pc:sldMk cId="3978655529" sldId="380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4"/>
        <pc:sldMkLst>
          <pc:docMk/>
          <pc:sldMk cId="454831669" sldId="381"/>
        </pc:sldMkLst>
      </pc:sldChg>
      <pc:sldChg chg="del">
        <pc:chgData name="RUIZ MATIAS GABRIEL" userId="S::matruiz@uade.edu.ar::72c12a3b-a710-4b0e-ab01-ac5c42c63442" providerId="AD" clId="Web-{D3B6EEB8-872F-DE06-21FB-FAFC41D9952F}" dt="2025-06-10T14:03:39.854" v="103"/>
        <pc:sldMkLst>
          <pc:docMk/>
          <pc:sldMk cId="2098950856" sldId="382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3:58:04.294" v="38" actId="1076"/>
        <pc:sldMkLst>
          <pc:docMk/>
          <pc:sldMk cId="2987863912" sldId="383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3:58:34.733" v="45" actId="14100"/>
        <pc:sldMkLst>
          <pc:docMk/>
          <pc:sldMk cId="3699124069" sldId="384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3:59:14.985" v="52" actId="1076"/>
        <pc:sldMkLst>
          <pc:docMk/>
          <pc:sldMk cId="4172582582" sldId="385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00:04.627" v="58" actId="14100"/>
        <pc:sldMkLst>
          <pc:docMk/>
          <pc:sldMk cId="1648449554" sldId="386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01:33.052" v="92" actId="1076"/>
        <pc:sldMkLst>
          <pc:docMk/>
          <pc:sldMk cId="2863566151" sldId="387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04:41.779" v="139" actId="14100"/>
        <pc:sldMkLst>
          <pc:docMk/>
          <pc:sldMk cId="1208531886" sldId="388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06:16.767" v="158" actId="1076"/>
        <pc:sldMkLst>
          <pc:docMk/>
          <pc:sldMk cId="253144573" sldId="389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07:07.331" v="165" actId="1076"/>
        <pc:sldMkLst>
          <pc:docMk/>
          <pc:sldMk cId="2877542810" sldId="390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08:32.756" v="172" actId="1076"/>
        <pc:sldMkLst>
          <pc:docMk/>
          <pc:sldMk cId="2656485521" sldId="391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0:30.777" v="179" actId="1076"/>
        <pc:sldMkLst>
          <pc:docMk/>
          <pc:sldMk cId="1012536303" sldId="392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1:05.138" v="186" actId="1076"/>
        <pc:sldMkLst>
          <pc:docMk/>
          <pc:sldMk cId="3320975231" sldId="393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2:07.702" v="198" actId="1076"/>
        <pc:sldMkLst>
          <pc:docMk/>
          <pc:sldMk cId="2715855467" sldId="394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3:23.315" v="204" actId="1076"/>
        <pc:sldMkLst>
          <pc:docMk/>
          <pc:sldMk cId="988983408" sldId="395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4:01.301" v="212" actId="1076"/>
        <pc:sldMkLst>
          <pc:docMk/>
          <pc:sldMk cId="4144590876" sldId="396"/>
        </pc:sldMkLst>
      </pc:sldChg>
      <pc:sldChg chg="modSp add replId">
        <pc:chgData name="RUIZ MATIAS GABRIEL" userId="S::matruiz@uade.edu.ar::72c12a3b-a710-4b0e-ab01-ac5c42c63442" providerId="AD" clId="Web-{D3B6EEB8-872F-DE06-21FB-FAFC41D9952F}" dt="2025-06-10T14:14:35.975" v="225" actId="20577"/>
        <pc:sldMkLst>
          <pc:docMk/>
          <pc:sldMk cId="2631841936" sldId="397"/>
        </pc:sldMkLst>
      </pc:sldChg>
      <pc:sldChg chg="modSp add replId">
        <pc:chgData name="RUIZ MATIAS GABRIEL" userId="S::matruiz@uade.edu.ar::72c12a3b-a710-4b0e-ab01-ac5c42c63442" providerId="AD" clId="Web-{D3B6EEB8-872F-DE06-21FB-FAFC41D9952F}" dt="2025-06-10T14:14:52.568" v="236" actId="20577"/>
        <pc:sldMkLst>
          <pc:docMk/>
          <pc:sldMk cId="441468589" sldId="398"/>
        </pc:sldMkLst>
      </pc:sldChg>
      <pc:sldChg chg="modSp add replId">
        <pc:chgData name="RUIZ MATIAS GABRIEL" userId="S::matruiz@uade.edu.ar::72c12a3b-a710-4b0e-ab01-ac5c42c63442" providerId="AD" clId="Web-{D3B6EEB8-872F-DE06-21FB-FAFC41D9952F}" dt="2025-06-10T14:15:06.616" v="245" actId="20577"/>
        <pc:sldMkLst>
          <pc:docMk/>
          <pc:sldMk cId="2081052326" sldId="399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6:01.227" v="252" actId="1076"/>
        <pc:sldMkLst>
          <pc:docMk/>
          <pc:sldMk cId="943654844" sldId="400"/>
        </pc:sldMkLst>
      </pc:sldChg>
      <pc:sldChg chg="modSp add ord replId">
        <pc:chgData name="RUIZ MATIAS GABRIEL" userId="S::matruiz@uade.edu.ar::72c12a3b-a710-4b0e-ab01-ac5c42c63442" providerId="AD" clId="Web-{D3B6EEB8-872F-DE06-21FB-FAFC41D9952F}" dt="2025-06-10T14:16:23.166" v="255" actId="20577"/>
        <pc:sldMkLst>
          <pc:docMk/>
          <pc:sldMk cId="1315633276" sldId="401"/>
        </pc:sldMkLst>
      </pc:sldChg>
      <pc:sldChg chg="addSp delSp modSp add ord replId">
        <pc:chgData name="RUIZ MATIAS GABRIEL" userId="S::matruiz@uade.edu.ar::72c12a3b-a710-4b0e-ab01-ac5c42c63442" providerId="AD" clId="Web-{D3B6EEB8-872F-DE06-21FB-FAFC41D9952F}" dt="2025-06-10T14:17:38.137" v="271" actId="14100"/>
        <pc:sldMkLst>
          <pc:docMk/>
          <pc:sldMk cId="4038554872" sldId="402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8:26.780" v="276" actId="1076"/>
        <pc:sldMkLst>
          <pc:docMk/>
          <pc:sldMk cId="3064562458" sldId="403"/>
        </pc:sldMkLst>
      </pc:sldChg>
      <pc:sldChg chg="add del replId">
        <pc:chgData name="RUIZ MATIAS GABRIEL" userId="S::matruiz@uade.edu.ar::72c12a3b-a710-4b0e-ab01-ac5c42c63442" providerId="AD" clId="Web-{D3B6EEB8-872F-DE06-21FB-FAFC41D9952F}" dt="2025-06-10T14:17:03.792" v="263"/>
        <pc:sldMkLst>
          <pc:docMk/>
          <pc:sldMk cId="4010583026" sldId="403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18:53.828" v="282" actId="14100"/>
        <pc:sldMkLst>
          <pc:docMk/>
          <pc:sldMk cId="849028441" sldId="404"/>
        </pc:sldMkLst>
      </pc:sldChg>
      <pc:sldChg chg="add del replId">
        <pc:chgData name="RUIZ MATIAS GABRIEL" userId="S::matruiz@uade.edu.ar::72c12a3b-a710-4b0e-ab01-ac5c42c63442" providerId="AD" clId="Web-{D3B6EEB8-872F-DE06-21FB-FAFC41D9952F}" dt="2025-06-10T14:16:59.698" v="262"/>
        <pc:sldMkLst>
          <pc:docMk/>
          <pc:sldMk cId="2198686734" sldId="404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20:48.879" v="299" actId="1076"/>
        <pc:sldMkLst>
          <pc:docMk/>
          <pc:sldMk cId="1246634092" sldId="405"/>
        </pc:sldMkLst>
      </pc:sldChg>
      <pc:sldChg chg="modSp add ord replId">
        <pc:chgData name="RUIZ MATIAS GABRIEL" userId="S::matruiz@uade.edu.ar::72c12a3b-a710-4b0e-ab01-ac5c42c63442" providerId="AD" clId="Web-{D3B6EEB8-872F-DE06-21FB-FAFC41D9952F}" dt="2025-06-10T14:20:00.502" v="288" actId="20577"/>
        <pc:sldMkLst>
          <pc:docMk/>
          <pc:sldMk cId="2187081378" sldId="406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21:40.506" v="307" actId="14100"/>
        <pc:sldMkLst>
          <pc:docMk/>
          <pc:sldMk cId="2863189459" sldId="407"/>
        </pc:sldMkLst>
      </pc:sldChg>
      <pc:sldChg chg="addSp delSp modSp add replId">
        <pc:chgData name="RUIZ MATIAS GABRIEL" userId="S::matruiz@uade.edu.ar::72c12a3b-a710-4b0e-ab01-ac5c42c63442" providerId="AD" clId="Web-{D3B6EEB8-872F-DE06-21FB-FAFC41D9952F}" dt="2025-06-10T14:22:19.492" v="313" actId="14100"/>
        <pc:sldMkLst>
          <pc:docMk/>
          <pc:sldMk cId="3242899363" sldId="408"/>
        </pc:sldMkLst>
      </pc:sldChg>
    </pc:docChg>
  </pc:docChgLst>
  <pc:docChgLst>
    <pc:chgData name="ADDESSO CAMILA" userId="S::caddesso@uade.edu.ar::efb615f5-46de-4cfe-a24f-17ca13fe304d" providerId="AD" clId="Web-{D7575258-52D9-1774-B80F-BCF06B268613}"/>
    <pc:docChg chg="addSld modSld">
      <pc:chgData name="ADDESSO CAMILA" userId="S::caddesso@uade.edu.ar::efb615f5-46de-4cfe-a24f-17ca13fe304d" providerId="AD" clId="Web-{D7575258-52D9-1774-B80F-BCF06B268613}" dt="2025-07-30T18:57:35.279" v="14" actId="20577"/>
      <pc:docMkLst>
        <pc:docMk/>
      </pc:docMkLst>
      <pc:sldChg chg="modSp">
        <pc:chgData name="ADDESSO CAMILA" userId="S::caddesso@uade.edu.ar::efb615f5-46de-4cfe-a24f-17ca13fe304d" providerId="AD" clId="Web-{D7575258-52D9-1774-B80F-BCF06B268613}" dt="2025-07-30T18:57:10.013" v="8" actId="20577"/>
        <pc:sldMkLst>
          <pc:docMk/>
          <pc:sldMk cId="3316681167" sldId="346"/>
        </pc:sldMkLst>
        <pc:spChg chg="mod">
          <ac:chgData name="ADDESSO CAMILA" userId="S::caddesso@uade.edu.ar::efb615f5-46de-4cfe-a24f-17ca13fe304d" providerId="AD" clId="Web-{D7575258-52D9-1774-B80F-BCF06B268613}" dt="2025-07-30T18:57:10.013" v="8" actId="20577"/>
          <ac:spMkLst>
            <pc:docMk/>
            <pc:sldMk cId="3316681167" sldId="346"/>
            <ac:spMk id="2" creationId="{80648473-4FFD-CE1E-214E-D8C7C7EF7807}"/>
          </ac:spMkLst>
        </pc:spChg>
      </pc:sldChg>
      <pc:sldChg chg="modSp add replId">
        <pc:chgData name="ADDESSO CAMILA" userId="S::caddesso@uade.edu.ar::efb615f5-46de-4cfe-a24f-17ca13fe304d" providerId="AD" clId="Web-{D7575258-52D9-1774-B80F-BCF06B268613}" dt="2025-07-30T18:57:35.279" v="14" actId="20577"/>
        <pc:sldMkLst>
          <pc:docMk/>
          <pc:sldMk cId="894707342" sldId="409"/>
        </pc:sldMkLst>
        <pc:spChg chg="mod">
          <ac:chgData name="ADDESSO CAMILA" userId="S::caddesso@uade.edu.ar::efb615f5-46de-4cfe-a24f-17ca13fe304d" providerId="AD" clId="Web-{D7575258-52D9-1774-B80F-BCF06B268613}" dt="2025-07-30T18:57:35.279" v="14" actId="20577"/>
          <ac:spMkLst>
            <pc:docMk/>
            <pc:sldMk cId="894707342" sldId="409"/>
            <ac:spMk id="2" creationId="{5B51F177-8C97-A732-C5E0-FBAC529582D6}"/>
          </ac:spMkLst>
        </pc:spChg>
      </pc:sldChg>
    </pc:docChg>
  </pc:docChgLst>
  <pc:docChgLst>
    <pc:chgData name="RUIZ MATIAS GABRIEL" userId="S::matruiz@uade.edu.ar::72c12a3b-a710-4b0e-ab01-ac5c42c63442" providerId="AD" clId="Web-{ED3C1760-C509-6438-0264-2952519DBA89}"/>
    <pc:docChg chg="mod modSld">
      <pc:chgData name="RUIZ MATIAS GABRIEL" userId="S::matruiz@uade.edu.ar::72c12a3b-a710-4b0e-ab01-ac5c42c63442" providerId="AD" clId="Web-{ED3C1760-C509-6438-0264-2952519DBA89}" dt="2025-07-31T19:14:41.024" v="3" actId="20577"/>
      <pc:docMkLst>
        <pc:docMk/>
      </pc:docMkLst>
      <pc:sldChg chg="modSp">
        <pc:chgData name="RUIZ MATIAS GABRIEL" userId="S::matruiz@uade.edu.ar::72c12a3b-a710-4b0e-ab01-ac5c42c63442" providerId="AD" clId="Web-{ED3C1760-C509-6438-0264-2952519DBA89}" dt="2025-07-31T19:14:37.383" v="2" actId="20577"/>
        <pc:sldMkLst>
          <pc:docMk/>
          <pc:sldMk cId="4144590876" sldId="396"/>
        </pc:sldMkLst>
        <pc:spChg chg="mod">
          <ac:chgData name="RUIZ MATIAS GABRIEL" userId="S::matruiz@uade.edu.ar::72c12a3b-a710-4b0e-ab01-ac5c42c63442" providerId="AD" clId="Web-{ED3C1760-C509-6438-0264-2952519DBA89}" dt="2025-07-31T19:14:37.383" v="2" actId="20577"/>
          <ac:spMkLst>
            <pc:docMk/>
            <pc:sldMk cId="4144590876" sldId="396"/>
            <ac:spMk id="4" creationId="{7DBEBF85-1269-0463-606F-2D8657DEDACB}"/>
          </ac:spMkLst>
        </pc:spChg>
      </pc:sldChg>
      <pc:sldChg chg="modSp">
        <pc:chgData name="RUIZ MATIAS GABRIEL" userId="S::matruiz@uade.edu.ar::72c12a3b-a710-4b0e-ab01-ac5c42c63442" providerId="AD" clId="Web-{ED3C1760-C509-6438-0264-2952519DBA89}" dt="2025-07-31T19:14:41.024" v="3" actId="20577"/>
        <pc:sldMkLst>
          <pc:docMk/>
          <pc:sldMk cId="943654844" sldId="400"/>
        </pc:sldMkLst>
        <pc:spChg chg="mod">
          <ac:chgData name="RUIZ MATIAS GABRIEL" userId="S::matruiz@uade.edu.ar::72c12a3b-a710-4b0e-ab01-ac5c42c63442" providerId="AD" clId="Web-{ED3C1760-C509-6438-0264-2952519DBA89}" dt="2025-07-31T19:14:41.024" v="3" actId="20577"/>
          <ac:spMkLst>
            <pc:docMk/>
            <pc:sldMk cId="943654844" sldId="400"/>
            <ac:spMk id="6" creationId="{2F9EEF1A-E612-F32A-7B4D-16B8D88A43EB}"/>
          </ac:spMkLst>
        </pc:spChg>
      </pc:sldChg>
    </pc:docChg>
  </pc:docChgLst>
  <pc:docChgLst>
    <pc:chgData name="ADDESSO CAMILA" userId="efb615f5-46de-4cfe-a24f-17ca13fe304d" providerId="ADAL" clId="{A9A8CB50-1FD3-43AD-9416-2D505C51A830}"/>
    <pc:docChg chg="undo custSel modSld">
      <pc:chgData name="ADDESSO CAMILA" userId="efb615f5-46de-4cfe-a24f-17ca13fe304d" providerId="ADAL" clId="{A9A8CB50-1FD3-43AD-9416-2D505C51A830}" dt="2025-06-12T15:09:09.353" v="1537" actId="1036"/>
      <pc:docMkLst>
        <pc:docMk/>
      </pc:docMkLst>
      <pc:sldChg chg="addSp modSp mod">
        <pc:chgData name="ADDESSO CAMILA" userId="efb615f5-46de-4cfe-a24f-17ca13fe304d" providerId="ADAL" clId="{A9A8CB50-1FD3-43AD-9416-2D505C51A830}" dt="2025-06-12T15:09:09.353" v="1537" actId="1036"/>
        <pc:sldMkLst>
          <pc:docMk/>
          <pc:sldMk cId="3394174499" sldId="258"/>
        </pc:sldMkLst>
      </pc:sldChg>
      <pc:sldChg chg="modSp mod">
        <pc:chgData name="ADDESSO CAMILA" userId="efb615f5-46de-4cfe-a24f-17ca13fe304d" providerId="ADAL" clId="{A9A8CB50-1FD3-43AD-9416-2D505C51A830}" dt="2025-06-12T15:08:15.004" v="1491" actId="1076"/>
        <pc:sldMkLst>
          <pc:docMk/>
          <pc:sldMk cId="1594981986" sldId="316"/>
        </pc:sldMkLst>
      </pc:sldChg>
      <pc:sldChg chg="modSp mod">
        <pc:chgData name="ADDESSO CAMILA" userId="efb615f5-46de-4cfe-a24f-17ca13fe304d" providerId="ADAL" clId="{A9A8CB50-1FD3-43AD-9416-2D505C51A830}" dt="2025-06-12T14:35:40.639" v="4" actId="114"/>
        <pc:sldMkLst>
          <pc:docMk/>
          <pc:sldMk cId="1513959409" sldId="326"/>
        </pc:sldMkLst>
      </pc:sldChg>
      <pc:sldChg chg="addSp modSp mod">
        <pc:chgData name="ADDESSO CAMILA" userId="efb615f5-46de-4cfe-a24f-17ca13fe304d" providerId="ADAL" clId="{A9A8CB50-1FD3-43AD-9416-2D505C51A830}" dt="2025-06-12T14:37:22.026" v="30" actId="14100"/>
        <pc:sldMkLst>
          <pc:docMk/>
          <pc:sldMk cId="3812920857" sldId="348"/>
        </pc:sldMkLst>
      </pc:sldChg>
      <pc:sldChg chg="addSp modSp mod">
        <pc:chgData name="ADDESSO CAMILA" userId="efb615f5-46de-4cfe-a24f-17ca13fe304d" providerId="ADAL" clId="{A9A8CB50-1FD3-43AD-9416-2D505C51A830}" dt="2025-06-12T14:59:31.226" v="1241" actId="1076"/>
        <pc:sldMkLst>
          <pc:docMk/>
          <pc:sldMk cId="1223036597" sldId="351"/>
        </pc:sldMkLst>
      </pc:sldChg>
      <pc:sldChg chg="modSp mod">
        <pc:chgData name="ADDESSO CAMILA" userId="efb615f5-46de-4cfe-a24f-17ca13fe304d" providerId="ADAL" clId="{A9A8CB50-1FD3-43AD-9416-2D505C51A830}" dt="2025-06-12T15:07:45.925" v="1485"/>
        <pc:sldMkLst>
          <pc:docMk/>
          <pc:sldMk cId="1826232333" sldId="353"/>
        </pc:sldMkLst>
      </pc:sldChg>
      <pc:sldChg chg="addSp delSp modSp mod">
        <pc:chgData name="ADDESSO CAMILA" userId="efb615f5-46de-4cfe-a24f-17ca13fe304d" providerId="ADAL" clId="{A9A8CB50-1FD3-43AD-9416-2D505C51A830}" dt="2025-06-12T14:43:36.920" v="215" actId="1076"/>
        <pc:sldMkLst>
          <pc:docMk/>
          <pc:sldMk cId="3841556761" sldId="355"/>
        </pc:sldMkLst>
      </pc:sldChg>
      <pc:sldChg chg="modSp mod">
        <pc:chgData name="ADDESSO CAMILA" userId="efb615f5-46de-4cfe-a24f-17ca13fe304d" providerId="ADAL" clId="{A9A8CB50-1FD3-43AD-9416-2D505C51A830}" dt="2025-06-12T14:37:40.823" v="36" actId="1076"/>
        <pc:sldMkLst>
          <pc:docMk/>
          <pc:sldMk cId="3398156912" sldId="356"/>
        </pc:sldMkLst>
      </pc:sldChg>
      <pc:sldChg chg="modSp mod">
        <pc:chgData name="ADDESSO CAMILA" userId="efb615f5-46de-4cfe-a24f-17ca13fe304d" providerId="ADAL" clId="{A9A8CB50-1FD3-43AD-9416-2D505C51A830}" dt="2025-06-12T14:59:10.760" v="1230" actId="20577"/>
        <pc:sldMkLst>
          <pc:docMk/>
          <pc:sldMk cId="2188102843" sldId="357"/>
        </pc:sldMkLst>
      </pc:sldChg>
      <pc:sldChg chg="addSp delSp modSp mod">
        <pc:chgData name="ADDESSO CAMILA" userId="efb615f5-46de-4cfe-a24f-17ca13fe304d" providerId="ADAL" clId="{A9A8CB50-1FD3-43AD-9416-2D505C51A830}" dt="2025-06-12T14:46:05.209" v="405" actId="478"/>
        <pc:sldMkLst>
          <pc:docMk/>
          <pc:sldMk cId="2987863912" sldId="383"/>
        </pc:sldMkLst>
      </pc:sldChg>
      <pc:sldChg chg="addSp delSp modSp mod">
        <pc:chgData name="ADDESSO CAMILA" userId="efb615f5-46de-4cfe-a24f-17ca13fe304d" providerId="ADAL" clId="{A9A8CB50-1FD3-43AD-9416-2D505C51A830}" dt="2025-06-12T14:48:43.928" v="779" actId="1076"/>
        <pc:sldMkLst>
          <pc:docMk/>
          <pc:sldMk cId="3699124069" sldId="384"/>
        </pc:sldMkLst>
      </pc:sldChg>
      <pc:sldChg chg="addSp delSp modSp mod">
        <pc:chgData name="ADDESSO CAMILA" userId="efb615f5-46de-4cfe-a24f-17ca13fe304d" providerId="ADAL" clId="{A9A8CB50-1FD3-43AD-9416-2D505C51A830}" dt="2025-06-12T14:50:59.354" v="935" actId="1076"/>
        <pc:sldMkLst>
          <pc:docMk/>
          <pc:sldMk cId="4172582582" sldId="385"/>
        </pc:sldMkLst>
      </pc:sldChg>
      <pc:sldChg chg="addSp delSp modSp mod">
        <pc:chgData name="ADDESSO CAMILA" userId="efb615f5-46de-4cfe-a24f-17ca13fe304d" providerId="ADAL" clId="{A9A8CB50-1FD3-43AD-9416-2D505C51A830}" dt="2025-06-12T14:53:27.621" v="1219" actId="207"/>
        <pc:sldMkLst>
          <pc:docMk/>
          <pc:sldMk cId="1648449554" sldId="386"/>
        </pc:sldMkLst>
      </pc:sldChg>
      <pc:sldChg chg="modSp mod">
        <pc:chgData name="ADDESSO CAMILA" userId="efb615f5-46de-4cfe-a24f-17ca13fe304d" providerId="ADAL" clId="{A9A8CB50-1FD3-43AD-9416-2D505C51A830}" dt="2025-06-12T14:53:49.618" v="1227" actId="1076"/>
        <pc:sldMkLst>
          <pc:docMk/>
          <pc:sldMk cId="2863566151" sldId="387"/>
        </pc:sldMkLst>
      </pc:sldChg>
      <pc:sldChg chg="addSp modSp mod">
        <pc:chgData name="ADDESSO CAMILA" userId="efb615f5-46de-4cfe-a24f-17ca13fe304d" providerId="ADAL" clId="{A9A8CB50-1FD3-43AD-9416-2D505C51A830}" dt="2025-06-12T15:04:04.487" v="1329" actId="1076"/>
        <pc:sldMkLst>
          <pc:docMk/>
          <pc:sldMk cId="1208531886" sldId="388"/>
        </pc:sldMkLst>
      </pc:sldChg>
      <pc:sldChg chg="addSp delSp modSp mod">
        <pc:chgData name="ADDESSO CAMILA" userId="efb615f5-46de-4cfe-a24f-17ca13fe304d" providerId="ADAL" clId="{A9A8CB50-1FD3-43AD-9416-2D505C51A830}" dt="2025-06-12T15:03:00.710" v="1316" actId="14100"/>
        <pc:sldMkLst>
          <pc:docMk/>
          <pc:sldMk cId="253144573" sldId="389"/>
        </pc:sldMkLst>
      </pc:sldChg>
      <pc:sldChg chg="addSp delSp modSp mod">
        <pc:chgData name="ADDESSO CAMILA" userId="efb615f5-46de-4cfe-a24f-17ca13fe304d" providerId="ADAL" clId="{A9A8CB50-1FD3-43AD-9416-2D505C51A830}" dt="2025-06-12T15:03:04.566" v="1317" actId="1076"/>
        <pc:sldMkLst>
          <pc:docMk/>
          <pc:sldMk cId="2877542810" sldId="390"/>
        </pc:sldMkLst>
      </pc:sldChg>
      <pc:sldChg chg="addSp delSp modSp mod">
        <pc:chgData name="ADDESSO CAMILA" userId="efb615f5-46de-4cfe-a24f-17ca13fe304d" providerId="ADAL" clId="{A9A8CB50-1FD3-43AD-9416-2D505C51A830}" dt="2025-06-12T15:03:07.598" v="1318" actId="1076"/>
        <pc:sldMkLst>
          <pc:docMk/>
          <pc:sldMk cId="2656485521" sldId="391"/>
        </pc:sldMkLst>
      </pc:sldChg>
      <pc:sldChg chg="addSp delSp modSp mod">
        <pc:chgData name="ADDESSO CAMILA" userId="efb615f5-46de-4cfe-a24f-17ca13fe304d" providerId="ADAL" clId="{A9A8CB50-1FD3-43AD-9416-2D505C51A830}" dt="2025-06-12T15:03:12.807" v="1321" actId="1076"/>
        <pc:sldMkLst>
          <pc:docMk/>
          <pc:sldMk cId="1012536303" sldId="392"/>
        </pc:sldMkLst>
      </pc:sldChg>
      <pc:sldChg chg="addSp delSp modSp mod">
        <pc:chgData name="ADDESSO CAMILA" userId="efb615f5-46de-4cfe-a24f-17ca13fe304d" providerId="ADAL" clId="{A9A8CB50-1FD3-43AD-9416-2D505C51A830}" dt="2025-06-12T15:03:18.598" v="1323" actId="14100"/>
        <pc:sldMkLst>
          <pc:docMk/>
          <pc:sldMk cId="3320975231" sldId="393"/>
        </pc:sldMkLst>
      </pc:sldChg>
      <pc:sldChg chg="addSp delSp modSp mod">
        <pc:chgData name="ADDESSO CAMILA" userId="efb615f5-46de-4cfe-a24f-17ca13fe304d" providerId="ADAL" clId="{A9A8CB50-1FD3-43AD-9416-2D505C51A830}" dt="2025-06-12T15:04:52.087" v="1357" actId="1076"/>
        <pc:sldMkLst>
          <pc:docMk/>
          <pc:sldMk cId="2715855467" sldId="394"/>
        </pc:sldMkLst>
      </pc:sldChg>
      <pc:sldChg chg="addSp delSp modSp mod">
        <pc:chgData name="ADDESSO CAMILA" userId="efb615f5-46de-4cfe-a24f-17ca13fe304d" providerId="ADAL" clId="{A9A8CB50-1FD3-43AD-9416-2D505C51A830}" dt="2025-06-12T15:04:47.104" v="1354" actId="14100"/>
        <pc:sldMkLst>
          <pc:docMk/>
          <pc:sldMk cId="988983408" sldId="395"/>
        </pc:sldMkLst>
      </pc:sldChg>
      <pc:sldChg chg="addSp delSp modSp mod">
        <pc:chgData name="ADDESSO CAMILA" userId="efb615f5-46de-4cfe-a24f-17ca13fe304d" providerId="ADAL" clId="{A9A8CB50-1FD3-43AD-9416-2D505C51A830}" dt="2025-06-12T15:05:42.291" v="1400" actId="1076"/>
        <pc:sldMkLst>
          <pc:docMk/>
          <pc:sldMk cId="4144590876" sldId="396"/>
        </pc:sldMkLst>
      </pc:sldChg>
      <pc:sldChg chg="modSp mod">
        <pc:chgData name="ADDESSO CAMILA" userId="efb615f5-46de-4cfe-a24f-17ca13fe304d" providerId="ADAL" clId="{A9A8CB50-1FD3-43AD-9416-2D505C51A830}" dt="2025-06-12T15:00:26.580" v="1244" actId="1076"/>
        <pc:sldMkLst>
          <pc:docMk/>
          <pc:sldMk cId="2631841936" sldId="397"/>
        </pc:sldMkLst>
      </pc:sldChg>
      <pc:sldChg chg="modSp mod">
        <pc:chgData name="ADDESSO CAMILA" userId="efb615f5-46de-4cfe-a24f-17ca13fe304d" providerId="ADAL" clId="{A9A8CB50-1FD3-43AD-9416-2D505C51A830}" dt="2025-06-12T15:03:42.048" v="1324" actId="113"/>
        <pc:sldMkLst>
          <pc:docMk/>
          <pc:sldMk cId="441468589" sldId="398"/>
        </pc:sldMkLst>
      </pc:sldChg>
      <pc:sldChg chg="modSp mod">
        <pc:chgData name="ADDESSO CAMILA" userId="efb615f5-46de-4cfe-a24f-17ca13fe304d" providerId="ADAL" clId="{A9A8CB50-1FD3-43AD-9416-2D505C51A830}" dt="2025-06-12T15:05:10" v="1359" actId="1076"/>
        <pc:sldMkLst>
          <pc:docMk/>
          <pc:sldMk cId="2081052326" sldId="399"/>
        </pc:sldMkLst>
      </pc:sldChg>
      <pc:sldChg chg="addSp delSp modSp mod">
        <pc:chgData name="ADDESSO CAMILA" userId="efb615f5-46de-4cfe-a24f-17ca13fe304d" providerId="ADAL" clId="{A9A8CB50-1FD3-43AD-9416-2D505C51A830}" dt="2025-06-12T15:05:53.577" v="1404" actId="1076"/>
        <pc:sldMkLst>
          <pc:docMk/>
          <pc:sldMk cId="943654844" sldId="400"/>
        </pc:sldMkLst>
      </pc:sldChg>
      <pc:sldChg chg="modSp mod">
        <pc:chgData name="ADDESSO CAMILA" userId="efb615f5-46de-4cfe-a24f-17ca13fe304d" providerId="ADAL" clId="{A9A8CB50-1FD3-43AD-9416-2D505C51A830}" dt="2025-06-12T15:06:00.284" v="1406"/>
        <pc:sldMkLst>
          <pc:docMk/>
          <pc:sldMk cId="1315633276" sldId="401"/>
        </pc:sldMkLst>
      </pc:sldChg>
      <pc:sldChg chg="addSp delSp modSp mod">
        <pc:chgData name="ADDESSO CAMILA" userId="efb615f5-46de-4cfe-a24f-17ca13fe304d" providerId="ADAL" clId="{A9A8CB50-1FD3-43AD-9416-2D505C51A830}" dt="2025-06-12T15:06:18.521" v="1424" actId="1076"/>
        <pc:sldMkLst>
          <pc:docMk/>
          <pc:sldMk cId="4038554872" sldId="402"/>
        </pc:sldMkLst>
      </pc:sldChg>
      <pc:sldChg chg="addSp delSp modSp mod">
        <pc:chgData name="ADDESSO CAMILA" userId="efb615f5-46de-4cfe-a24f-17ca13fe304d" providerId="ADAL" clId="{A9A8CB50-1FD3-43AD-9416-2D505C51A830}" dt="2025-06-12T15:06:27.874" v="1428" actId="1076"/>
        <pc:sldMkLst>
          <pc:docMk/>
          <pc:sldMk cId="3064562458" sldId="403"/>
        </pc:sldMkLst>
      </pc:sldChg>
      <pc:sldChg chg="addSp delSp modSp mod">
        <pc:chgData name="ADDESSO CAMILA" userId="efb615f5-46de-4cfe-a24f-17ca13fe304d" providerId="ADAL" clId="{A9A8CB50-1FD3-43AD-9416-2D505C51A830}" dt="2025-06-12T15:06:34.914" v="1432" actId="1076"/>
        <pc:sldMkLst>
          <pc:docMk/>
          <pc:sldMk cId="849028441" sldId="404"/>
        </pc:sldMkLst>
      </pc:sldChg>
      <pc:sldChg chg="addSp delSp modSp mod">
        <pc:chgData name="ADDESSO CAMILA" userId="efb615f5-46de-4cfe-a24f-17ca13fe304d" providerId="ADAL" clId="{A9A8CB50-1FD3-43AD-9416-2D505C51A830}" dt="2025-06-12T15:06:56.754" v="1465" actId="1076"/>
        <pc:sldMkLst>
          <pc:docMk/>
          <pc:sldMk cId="1246634092" sldId="405"/>
        </pc:sldMkLst>
      </pc:sldChg>
      <pc:sldChg chg="modSp mod">
        <pc:chgData name="ADDESSO CAMILA" userId="efb615f5-46de-4cfe-a24f-17ca13fe304d" providerId="ADAL" clId="{A9A8CB50-1FD3-43AD-9416-2D505C51A830}" dt="2025-06-12T15:06:39.603" v="1433" actId="113"/>
        <pc:sldMkLst>
          <pc:docMk/>
          <pc:sldMk cId="2187081378" sldId="406"/>
        </pc:sldMkLst>
      </pc:sldChg>
      <pc:sldChg chg="addSp delSp modSp mod">
        <pc:chgData name="ADDESSO CAMILA" userId="efb615f5-46de-4cfe-a24f-17ca13fe304d" providerId="ADAL" clId="{A9A8CB50-1FD3-43AD-9416-2D505C51A830}" dt="2025-06-12T15:07:14.146" v="1473" actId="14100"/>
        <pc:sldMkLst>
          <pc:docMk/>
          <pc:sldMk cId="2863189459" sldId="407"/>
        </pc:sldMkLst>
      </pc:sldChg>
      <pc:sldChg chg="addSp delSp modSp mod">
        <pc:chgData name="ADDESSO CAMILA" userId="efb615f5-46de-4cfe-a24f-17ca13fe304d" providerId="ADAL" clId="{A9A8CB50-1FD3-43AD-9416-2D505C51A830}" dt="2025-06-12T15:07:24.003" v="1478" actId="1076"/>
        <pc:sldMkLst>
          <pc:docMk/>
          <pc:sldMk cId="3242899363" sldId="408"/>
        </pc:sldMkLst>
      </pc:sldChg>
    </pc:docChg>
  </pc:docChgLst>
</pc:chgInfo>
</file>

<file path=ppt/comments/modernComment_161_6CDA18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394641E-E6F3-41A9-9590-3A24CFF577EC}" authorId="{DD719EE8-DDFC-16A4-4674-DD58E045D250}" created="2025-06-12T15:07:57.03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26232333" sldId="353"/>
      <ac:picMk id="3" creationId="{36372144-6AE7-8E52-8A12-19F13EBFFC02}"/>
    </ac:deMkLst>
    <p188:replyLst>
      <p188:reply id="{C52A585C-E632-4F8E-A106-3A9094158093}" authorId="{E62F96D9-971B-6D8E-A80A-74D16742802A}" created="2025-07-31T19:11:35.267">
        <p188:txBody>
          <a:bodyPr/>
          <a:lstStyle/>
          <a:p>
            <a:r>
              <a:rPr lang="es-ES"/>
              <a:t>del material de catedra</a:t>
            </a:r>
          </a:p>
        </p188:txBody>
      </p188:reply>
    </p188:replyLst>
    <p188:txBody>
      <a:bodyPr/>
      <a:lstStyle/>
      <a:p>
        <a:r>
          <a:rPr lang="es-AR"/>
          <a:t>¿de donde es esto?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1F7-0A78-4297-9737-0443242114E2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41F7-0A78-4297-9737-0443242114E2}" type="datetimeFigureOut">
              <a:rPr lang="es-AR" smtClean="0"/>
              <a:t>6/8/2025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5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microsoft.com/office/2018/10/relationships/comments" Target="../comments/modernComment_161_6CDA180D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UADE </a:t>
            </a:r>
            <a:r>
              <a:rPr lang="es-AR" sz="6600" b="1" dirty="0" err="1">
                <a:solidFill>
                  <a:schemeClr val="bg1"/>
                </a:solidFill>
              </a:rPr>
              <a:t>Connect</a:t>
            </a:r>
            <a:endParaRPr lang="es-ES" dirty="0" err="1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31614" y="643740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322661" y="2251028"/>
            <a:ext cx="6738207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800" b="1" dirty="0">
                <a:solidFill>
                  <a:srgbClr val="7F7F7F"/>
                </a:solidFill>
                <a:ea typeface="+mn-lt"/>
                <a:cs typeface="+mn-lt"/>
              </a:rPr>
              <a:t>GRASP: Diseños de Objetos Con Responsabilidades</a:t>
            </a:r>
            <a:endParaRPr lang="es-ES" sz="1600" b="1" dirty="0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863949" y="247810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B88365E-AA69-4166-7426-BBF789194D3F}"/>
              </a:ext>
            </a:extLst>
          </p:cNvPr>
          <p:cNvSpPr txBox="1"/>
          <p:nvPr/>
        </p:nvSpPr>
        <p:spPr>
          <a:xfrm>
            <a:off x="1322661" y="3915854"/>
            <a:ext cx="673820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2800" b="1" dirty="0">
                <a:solidFill>
                  <a:srgbClr val="7F7F7F"/>
                </a:solidFill>
                <a:ea typeface="+mn-lt"/>
                <a:cs typeface="+mn-lt"/>
              </a:rPr>
              <a:t>Síntesis</a:t>
            </a:r>
            <a:endParaRPr lang="es-ES" sz="1600" b="1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77432DB-508D-6222-BFEA-D36101F2151C}"/>
              </a:ext>
            </a:extLst>
          </p:cNvPr>
          <p:cNvSpPr/>
          <p:nvPr/>
        </p:nvSpPr>
        <p:spPr>
          <a:xfrm>
            <a:off x="863949" y="4112150"/>
            <a:ext cx="130628" cy="13062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GRASP</a:t>
            </a:r>
            <a:endParaRPr lang="es-ES" b="1" i="1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AAD5E5F-5C2E-803F-7884-704C37B932C8}"/>
              </a:ext>
            </a:extLst>
          </p:cNvPr>
          <p:cNvSpPr txBox="1"/>
          <p:nvPr/>
        </p:nvSpPr>
        <p:spPr>
          <a:xfrm>
            <a:off x="487622" y="561140"/>
            <a:ext cx="9016335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¿Qué es el “Diseño de Objetos” ?</a:t>
            </a:r>
            <a:endParaRPr lang="es-ES" sz="1400" b="1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18AA5A-8366-D49C-D46D-5E1FE1A4AE0B}"/>
              </a:ext>
            </a:extLst>
          </p:cNvPr>
          <p:cNvSpPr txBox="1"/>
          <p:nvPr/>
        </p:nvSpPr>
        <p:spPr>
          <a:xfrm>
            <a:off x="487623" y="2170736"/>
            <a:ext cx="4084378" cy="30469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Después de la identificación de los requisitos y la creación de un modelo del dominio, entonces se añade métodos a las clases de </a:t>
            </a:r>
            <a:r>
              <a:rPr lang="es-ES" sz="2400" b="1" i="1" dirty="0">
                <a:solidFill>
                  <a:schemeClr val="tx2"/>
                </a:solidFill>
                <a:ea typeface="+mn-lt"/>
                <a:cs typeface="+mn-lt"/>
              </a:rPr>
              <a:t>software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 y se define el paso de mensajes entre los objetos para satisfacer los requisitos.</a:t>
            </a:r>
            <a:endParaRPr lang="es-ES" b="1" dirty="0">
              <a:solidFill>
                <a:schemeClr val="tx2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FFB243-B70B-C609-D97C-17BE816748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59" r="18695"/>
          <a:stretch>
            <a:fillRect/>
          </a:stretch>
        </p:blipFill>
        <p:spPr>
          <a:xfrm>
            <a:off x="4896465" y="1970046"/>
            <a:ext cx="4159045" cy="307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51D9-55D6-42D5-638F-3B09671B9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A138B72-523D-F587-17DA-2D83462F31C7}"/>
              </a:ext>
            </a:extLst>
          </p:cNvPr>
          <p:cNvSpPr txBox="1"/>
          <p:nvPr/>
        </p:nvSpPr>
        <p:spPr>
          <a:xfrm>
            <a:off x="2711307" y="2367171"/>
            <a:ext cx="6769386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Responsabilidades y métodos</a:t>
            </a:r>
            <a:endParaRPr lang="es-ES" sz="66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8156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6F121-2460-6DC1-FFB7-A954DD953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6AE8582-C2A9-1384-127C-B1E7D4667449}"/>
              </a:ext>
            </a:extLst>
          </p:cNvPr>
          <p:cNvSpPr txBox="1"/>
          <p:nvPr/>
        </p:nvSpPr>
        <p:spPr>
          <a:xfrm>
            <a:off x="405026" y="537868"/>
            <a:ext cx="8857111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Responsabilidades y métodos</a:t>
            </a:r>
            <a:endParaRPr lang="es-ES" sz="1400" b="1" dirty="0">
              <a:solidFill>
                <a:schemeClr val="bg1"/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5C91B69-CB14-5419-E47F-6FDD79714C90}"/>
              </a:ext>
            </a:extLst>
          </p:cNvPr>
          <p:cNvCxnSpPr>
            <a:cxnSpLocks/>
          </p:cNvCxnSpPr>
          <p:nvPr/>
        </p:nvCxnSpPr>
        <p:spPr>
          <a:xfrm>
            <a:off x="866274" y="1456300"/>
            <a:ext cx="0" cy="589074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6409ED0B-7B8F-D9FF-917F-3C170476B3D2}"/>
              </a:ext>
            </a:extLst>
          </p:cNvPr>
          <p:cNvCxnSpPr>
            <a:cxnSpLocks/>
          </p:cNvCxnSpPr>
          <p:nvPr/>
        </p:nvCxnSpPr>
        <p:spPr>
          <a:xfrm>
            <a:off x="866274" y="2045374"/>
            <a:ext cx="2374230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51633350-7C35-9E0C-F925-AD043E86D850}"/>
              </a:ext>
            </a:extLst>
          </p:cNvPr>
          <p:cNvCxnSpPr>
            <a:cxnSpLocks/>
          </p:cNvCxnSpPr>
          <p:nvPr/>
        </p:nvCxnSpPr>
        <p:spPr>
          <a:xfrm>
            <a:off x="1443789" y="2045374"/>
            <a:ext cx="0" cy="2799347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9BFE5C7-0255-7E79-6ABF-FD2E03CA0E5D}"/>
              </a:ext>
            </a:extLst>
          </p:cNvPr>
          <p:cNvCxnSpPr>
            <a:cxnSpLocks/>
          </p:cNvCxnSpPr>
          <p:nvPr/>
        </p:nvCxnSpPr>
        <p:spPr>
          <a:xfrm>
            <a:off x="1443789" y="34525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2B5613B-EA38-10EF-743E-34D20D735D32}"/>
              </a:ext>
            </a:extLst>
          </p:cNvPr>
          <p:cNvCxnSpPr>
            <a:cxnSpLocks/>
          </p:cNvCxnSpPr>
          <p:nvPr/>
        </p:nvCxnSpPr>
        <p:spPr>
          <a:xfrm>
            <a:off x="1443789" y="48241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1E0A4FF-0B91-AC58-96CD-73C76565454E}"/>
              </a:ext>
            </a:extLst>
          </p:cNvPr>
          <p:cNvSpPr txBox="1"/>
          <p:nvPr/>
        </p:nvSpPr>
        <p:spPr>
          <a:xfrm>
            <a:off x="2895599" y="1629875"/>
            <a:ext cx="5502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6">
                    <a:lumMod val="50000"/>
                  </a:schemeClr>
                </a:solidFill>
              </a:rPr>
              <a:t>“Un contrato u obligación de un clasificador” (Def. UML)</a:t>
            </a:r>
            <a:endParaRPr lang="es-AR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78590C9-A8B8-FF21-42DE-72298A68ED7D}"/>
              </a:ext>
            </a:extLst>
          </p:cNvPr>
          <p:cNvSpPr txBox="1"/>
          <p:nvPr/>
        </p:nvSpPr>
        <p:spPr>
          <a:xfrm>
            <a:off x="3866147" y="3260381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Conocer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B22141A-C8B0-3B49-ECB6-A3E2894AA3F4}"/>
              </a:ext>
            </a:extLst>
          </p:cNvPr>
          <p:cNvSpPr txBox="1"/>
          <p:nvPr/>
        </p:nvSpPr>
        <p:spPr>
          <a:xfrm>
            <a:off x="3866147" y="4639524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Hacer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3E021A7-5E81-48D3-73A3-80EBC616C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451" y="2977906"/>
            <a:ext cx="2987299" cy="252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56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618F4-6D1D-E61C-F1F3-E6EA8953A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3EE17D2-1FFB-D479-F5C9-0FB2CC9A9AF3}"/>
              </a:ext>
            </a:extLst>
          </p:cNvPr>
          <p:cNvSpPr txBox="1"/>
          <p:nvPr/>
        </p:nvSpPr>
        <p:spPr>
          <a:xfrm>
            <a:off x="405026" y="537868"/>
            <a:ext cx="8857111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Responsabilidades y métodos</a:t>
            </a:r>
            <a:endParaRPr lang="es-ES" sz="1400" b="1" dirty="0">
              <a:solidFill>
                <a:schemeClr val="bg1"/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768AD80-BFA5-E88E-B4AD-1577DC28CDEB}"/>
              </a:ext>
            </a:extLst>
          </p:cNvPr>
          <p:cNvCxnSpPr>
            <a:cxnSpLocks/>
          </p:cNvCxnSpPr>
          <p:nvPr/>
        </p:nvCxnSpPr>
        <p:spPr>
          <a:xfrm>
            <a:off x="866274" y="1456300"/>
            <a:ext cx="0" cy="589074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4047EA0-E8C0-585B-6799-E7EEF719E5E9}"/>
              </a:ext>
            </a:extLst>
          </p:cNvPr>
          <p:cNvCxnSpPr>
            <a:cxnSpLocks/>
          </p:cNvCxnSpPr>
          <p:nvPr/>
        </p:nvCxnSpPr>
        <p:spPr>
          <a:xfrm>
            <a:off x="866274" y="2045374"/>
            <a:ext cx="2374230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4A2C4A4-E97D-9A7A-A259-9B9FA5D2DD2A}"/>
              </a:ext>
            </a:extLst>
          </p:cNvPr>
          <p:cNvCxnSpPr>
            <a:cxnSpLocks/>
          </p:cNvCxnSpPr>
          <p:nvPr/>
        </p:nvCxnSpPr>
        <p:spPr>
          <a:xfrm>
            <a:off x="1443789" y="2045374"/>
            <a:ext cx="0" cy="2799347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5C89EDFB-B9A0-2279-F4A6-B76CABA3FF39}"/>
              </a:ext>
            </a:extLst>
          </p:cNvPr>
          <p:cNvCxnSpPr>
            <a:cxnSpLocks/>
          </p:cNvCxnSpPr>
          <p:nvPr/>
        </p:nvCxnSpPr>
        <p:spPr>
          <a:xfrm>
            <a:off x="1443789" y="34525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BBCE285-3CBB-657D-0FAD-760439525D7B}"/>
              </a:ext>
            </a:extLst>
          </p:cNvPr>
          <p:cNvCxnSpPr>
            <a:cxnSpLocks/>
          </p:cNvCxnSpPr>
          <p:nvPr/>
        </p:nvCxnSpPr>
        <p:spPr>
          <a:xfrm>
            <a:off x="1443789" y="48241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DAFBF9ED-1DE8-D3BA-3228-8FED82C84384}"/>
              </a:ext>
            </a:extLst>
          </p:cNvPr>
          <p:cNvSpPr txBox="1"/>
          <p:nvPr/>
        </p:nvSpPr>
        <p:spPr>
          <a:xfrm>
            <a:off x="2895599" y="1629875"/>
            <a:ext cx="5502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6">
                    <a:lumMod val="50000"/>
                  </a:schemeClr>
                </a:solidFill>
              </a:rPr>
              <a:t>“Un contrato u obligación de un clasificador” (Def. UML)</a:t>
            </a:r>
            <a:endParaRPr lang="es-AR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9E34F10-1483-7480-ADCD-5173342A9A86}"/>
              </a:ext>
            </a:extLst>
          </p:cNvPr>
          <p:cNvSpPr txBox="1"/>
          <p:nvPr/>
        </p:nvSpPr>
        <p:spPr>
          <a:xfrm>
            <a:off x="3866147" y="3260381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Conocer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C986A20-1E55-4ACA-04FE-DA52319AA8BC}"/>
              </a:ext>
            </a:extLst>
          </p:cNvPr>
          <p:cNvSpPr txBox="1"/>
          <p:nvPr/>
        </p:nvSpPr>
        <p:spPr>
          <a:xfrm>
            <a:off x="3866147" y="4639524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Hacer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3AB3867-AFF6-9C7B-9EBB-52EF9065AC6C}"/>
              </a:ext>
            </a:extLst>
          </p:cNvPr>
          <p:cNvCxnSpPr>
            <a:cxnSpLocks/>
          </p:cNvCxnSpPr>
          <p:nvPr/>
        </p:nvCxnSpPr>
        <p:spPr>
          <a:xfrm>
            <a:off x="4322913" y="5101189"/>
            <a:ext cx="0" cy="368735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B1A9375-619E-4E36-BB56-3059996CA17D}"/>
              </a:ext>
            </a:extLst>
          </p:cNvPr>
          <p:cNvCxnSpPr>
            <a:cxnSpLocks/>
          </p:cNvCxnSpPr>
          <p:nvPr/>
        </p:nvCxnSpPr>
        <p:spPr>
          <a:xfrm>
            <a:off x="4307523" y="5448873"/>
            <a:ext cx="915266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5F989DA-F5CE-DBDB-A71E-BB9466A56DFC}"/>
              </a:ext>
            </a:extLst>
          </p:cNvPr>
          <p:cNvSpPr txBox="1"/>
          <p:nvPr/>
        </p:nvSpPr>
        <p:spPr>
          <a:xfrm>
            <a:off x="5238179" y="4960548"/>
            <a:ext cx="36884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5"/>
                </a:solidFill>
              </a:rPr>
              <a:t>Hacer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 algo él mismo, como crear un objeto o hacer un cálculo.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5"/>
                </a:solidFill>
              </a:rPr>
              <a:t>Iniciar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 una acción entre dos objetos.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5"/>
                </a:solidFill>
              </a:rPr>
              <a:t>Controlar y coordinar 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actividades en otros objetos.</a:t>
            </a:r>
            <a:endParaRPr lang="es-AR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863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08DE-6866-473E-2C03-FBE08CB41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56F95EA-3076-D8EF-4E73-E59F8A29B59E}"/>
              </a:ext>
            </a:extLst>
          </p:cNvPr>
          <p:cNvSpPr txBox="1"/>
          <p:nvPr/>
        </p:nvSpPr>
        <p:spPr>
          <a:xfrm>
            <a:off x="405026" y="537868"/>
            <a:ext cx="8857111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Responsabilidades y métodos</a:t>
            </a:r>
            <a:endParaRPr lang="es-ES" sz="1400" b="1" dirty="0">
              <a:solidFill>
                <a:schemeClr val="bg1"/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1381A77-323D-6898-0322-F399828269C2}"/>
              </a:ext>
            </a:extLst>
          </p:cNvPr>
          <p:cNvCxnSpPr>
            <a:cxnSpLocks/>
          </p:cNvCxnSpPr>
          <p:nvPr/>
        </p:nvCxnSpPr>
        <p:spPr>
          <a:xfrm>
            <a:off x="866274" y="1456300"/>
            <a:ext cx="0" cy="589074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8DD1721-EEE8-94F2-371F-8FC9EF0F7286}"/>
              </a:ext>
            </a:extLst>
          </p:cNvPr>
          <p:cNvCxnSpPr>
            <a:cxnSpLocks/>
          </p:cNvCxnSpPr>
          <p:nvPr/>
        </p:nvCxnSpPr>
        <p:spPr>
          <a:xfrm>
            <a:off x="866274" y="2045374"/>
            <a:ext cx="2374230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F812765-63CE-B2B3-E73A-79AEADB21B71}"/>
              </a:ext>
            </a:extLst>
          </p:cNvPr>
          <p:cNvCxnSpPr>
            <a:cxnSpLocks/>
          </p:cNvCxnSpPr>
          <p:nvPr/>
        </p:nvCxnSpPr>
        <p:spPr>
          <a:xfrm>
            <a:off x="1443789" y="2045374"/>
            <a:ext cx="0" cy="2799347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4FC07C2-DFC4-531C-9711-3658114CF7DB}"/>
              </a:ext>
            </a:extLst>
          </p:cNvPr>
          <p:cNvCxnSpPr>
            <a:cxnSpLocks/>
          </p:cNvCxnSpPr>
          <p:nvPr/>
        </p:nvCxnSpPr>
        <p:spPr>
          <a:xfrm>
            <a:off x="1443789" y="34525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239441F2-DA63-321B-E7F1-2F68DF94B3C8}"/>
              </a:ext>
            </a:extLst>
          </p:cNvPr>
          <p:cNvCxnSpPr>
            <a:cxnSpLocks/>
          </p:cNvCxnSpPr>
          <p:nvPr/>
        </p:nvCxnSpPr>
        <p:spPr>
          <a:xfrm>
            <a:off x="1443789" y="48241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AFDF8E2A-57F6-8B01-FA3A-9D9452F88C8C}"/>
              </a:ext>
            </a:extLst>
          </p:cNvPr>
          <p:cNvSpPr txBox="1"/>
          <p:nvPr/>
        </p:nvSpPr>
        <p:spPr>
          <a:xfrm>
            <a:off x="2895599" y="1629875"/>
            <a:ext cx="5502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6">
                    <a:lumMod val="50000"/>
                  </a:schemeClr>
                </a:solidFill>
              </a:rPr>
              <a:t>“Un contrato u obligación de un clasificador” (Def. UML)</a:t>
            </a:r>
            <a:endParaRPr lang="es-AR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A8E747B-E282-82D2-EA51-C42D890A970C}"/>
              </a:ext>
            </a:extLst>
          </p:cNvPr>
          <p:cNvSpPr txBox="1"/>
          <p:nvPr/>
        </p:nvSpPr>
        <p:spPr>
          <a:xfrm>
            <a:off x="3866147" y="3260381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Conocer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080248B-8D1A-F7A6-10CA-A200EB092F04}"/>
              </a:ext>
            </a:extLst>
          </p:cNvPr>
          <p:cNvSpPr txBox="1"/>
          <p:nvPr/>
        </p:nvSpPr>
        <p:spPr>
          <a:xfrm>
            <a:off x="3866147" y="4639524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Hacer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841B561D-9326-7FAE-88BE-85FE27A8685F}"/>
              </a:ext>
            </a:extLst>
          </p:cNvPr>
          <p:cNvCxnSpPr>
            <a:cxnSpLocks/>
          </p:cNvCxnSpPr>
          <p:nvPr/>
        </p:nvCxnSpPr>
        <p:spPr>
          <a:xfrm>
            <a:off x="4442145" y="3741946"/>
            <a:ext cx="0" cy="368735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87B1061C-82F9-4CFA-27BA-A1D093C95AE8}"/>
              </a:ext>
            </a:extLst>
          </p:cNvPr>
          <p:cNvCxnSpPr>
            <a:cxnSpLocks/>
          </p:cNvCxnSpPr>
          <p:nvPr/>
        </p:nvCxnSpPr>
        <p:spPr>
          <a:xfrm>
            <a:off x="4426755" y="4089630"/>
            <a:ext cx="915266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255002E-673A-A453-E393-88F8CF970670}"/>
              </a:ext>
            </a:extLst>
          </p:cNvPr>
          <p:cNvSpPr txBox="1"/>
          <p:nvPr/>
        </p:nvSpPr>
        <p:spPr>
          <a:xfrm>
            <a:off x="5342021" y="3685417"/>
            <a:ext cx="36884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5"/>
                </a:solidFill>
              </a:rPr>
              <a:t>Conocer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 los objetos privados encapsulados.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5"/>
                </a:solidFill>
              </a:rPr>
              <a:t>Conocer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 los objetos relacionados.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400" b="1" dirty="0">
                <a:solidFill>
                  <a:schemeClr val="accent5"/>
                </a:solidFill>
              </a:rPr>
              <a:t>Conocer 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las cosas que puede derivar o calcular. </a:t>
            </a:r>
            <a:endParaRPr lang="es-AR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985ABDF-0625-9DDB-8E80-EE0B02D8609E}"/>
              </a:ext>
            </a:extLst>
          </p:cNvPr>
          <p:cNvSpPr txBox="1"/>
          <p:nvPr/>
        </p:nvSpPr>
        <p:spPr>
          <a:xfrm>
            <a:off x="1024298" y="5673801"/>
            <a:ext cx="7618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6">
                    <a:lumMod val="50000"/>
                  </a:schemeClr>
                </a:solidFill>
              </a:rPr>
              <a:t>Las responsabilidades de conocer a menudo se pueden inferir del modelo de dominio, debido a los atributos y asociaciones que describe…</a:t>
            </a:r>
            <a:endParaRPr lang="es-AR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124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5623E-1899-2AC4-AAE0-153A43FD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569E050-BB99-0ADE-7370-8BA376EB134B}"/>
              </a:ext>
            </a:extLst>
          </p:cNvPr>
          <p:cNvSpPr txBox="1"/>
          <p:nvPr/>
        </p:nvSpPr>
        <p:spPr>
          <a:xfrm>
            <a:off x="405026" y="537868"/>
            <a:ext cx="8857111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Responsabilidades y métodos</a:t>
            </a:r>
            <a:endParaRPr lang="es-ES" sz="1400" b="1" dirty="0">
              <a:solidFill>
                <a:schemeClr val="bg1"/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97F128D-4E9D-E6F1-8FF1-BE39C92F7F89}"/>
              </a:ext>
            </a:extLst>
          </p:cNvPr>
          <p:cNvCxnSpPr>
            <a:cxnSpLocks/>
          </p:cNvCxnSpPr>
          <p:nvPr/>
        </p:nvCxnSpPr>
        <p:spPr>
          <a:xfrm>
            <a:off x="866274" y="1456300"/>
            <a:ext cx="0" cy="589074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13FF1038-69A7-D41B-5944-1160EC0D9E4F}"/>
              </a:ext>
            </a:extLst>
          </p:cNvPr>
          <p:cNvCxnSpPr>
            <a:cxnSpLocks/>
          </p:cNvCxnSpPr>
          <p:nvPr/>
        </p:nvCxnSpPr>
        <p:spPr>
          <a:xfrm>
            <a:off x="866274" y="2045374"/>
            <a:ext cx="2374230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6382232-DC84-0D36-60B9-022EE4305542}"/>
              </a:ext>
            </a:extLst>
          </p:cNvPr>
          <p:cNvCxnSpPr>
            <a:cxnSpLocks/>
          </p:cNvCxnSpPr>
          <p:nvPr/>
        </p:nvCxnSpPr>
        <p:spPr>
          <a:xfrm>
            <a:off x="1443789" y="2045374"/>
            <a:ext cx="0" cy="2799347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91E9E54-D5BD-4AA9-4AA7-61F8C591FB8B}"/>
              </a:ext>
            </a:extLst>
          </p:cNvPr>
          <p:cNvCxnSpPr>
            <a:cxnSpLocks/>
          </p:cNvCxnSpPr>
          <p:nvPr/>
        </p:nvCxnSpPr>
        <p:spPr>
          <a:xfrm>
            <a:off x="1443789" y="34525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0C722400-99C6-BA82-0821-C728117CD308}"/>
              </a:ext>
            </a:extLst>
          </p:cNvPr>
          <p:cNvCxnSpPr>
            <a:cxnSpLocks/>
          </p:cNvCxnSpPr>
          <p:nvPr/>
        </p:nvCxnSpPr>
        <p:spPr>
          <a:xfrm>
            <a:off x="1443789" y="48241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39B0ADA1-C20D-65C3-E2B1-8698D2B3C68C}"/>
              </a:ext>
            </a:extLst>
          </p:cNvPr>
          <p:cNvSpPr txBox="1"/>
          <p:nvPr/>
        </p:nvSpPr>
        <p:spPr>
          <a:xfrm>
            <a:off x="2895599" y="1629875"/>
            <a:ext cx="5502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6">
                    <a:lumMod val="50000"/>
                  </a:schemeClr>
                </a:solidFill>
              </a:rPr>
              <a:t>“Un contrato u obligación de un clasificador” (Def. UML)</a:t>
            </a:r>
            <a:endParaRPr lang="es-AR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CDF3E52-60BF-9882-0E62-DF107DF9A667}"/>
              </a:ext>
            </a:extLst>
          </p:cNvPr>
          <p:cNvSpPr txBox="1"/>
          <p:nvPr/>
        </p:nvSpPr>
        <p:spPr>
          <a:xfrm>
            <a:off x="3866147" y="3260381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Conocer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2D60373-EA19-3464-D4C3-8C2135D66450}"/>
              </a:ext>
            </a:extLst>
          </p:cNvPr>
          <p:cNvSpPr txBox="1"/>
          <p:nvPr/>
        </p:nvSpPr>
        <p:spPr>
          <a:xfrm>
            <a:off x="3866147" y="4639524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Hacer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CE4EE7F-7C8B-BD11-25AA-0B2A38AF6822}"/>
              </a:ext>
            </a:extLst>
          </p:cNvPr>
          <p:cNvSpPr txBox="1"/>
          <p:nvPr/>
        </p:nvSpPr>
        <p:spPr>
          <a:xfrm>
            <a:off x="5244792" y="3675170"/>
            <a:ext cx="36884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Ej.: “una Venta es responsable de conocer su total”</a:t>
            </a:r>
          </a:p>
          <a:p>
            <a:pPr algn="just"/>
            <a:endParaRPr lang="es-ES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Ej.: “una Venta es responsable de crear una </a:t>
            </a:r>
            <a:r>
              <a:rPr lang="es-ES" sz="1400" b="1" dirty="0" err="1">
                <a:solidFill>
                  <a:schemeClr val="accent6">
                    <a:lumMod val="50000"/>
                  </a:schemeClr>
                </a:solidFill>
              </a:rPr>
              <a:t>LineaDeVenta</a:t>
            </a:r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”</a:t>
            </a:r>
            <a:endParaRPr lang="es-AR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EE7F7AEB-2526-4A64-0EFF-B756834771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18" t="87874" r="60109"/>
          <a:stretch>
            <a:fillRect/>
          </a:stretch>
        </p:blipFill>
        <p:spPr>
          <a:xfrm>
            <a:off x="651837" y="5670611"/>
            <a:ext cx="1898858" cy="461665"/>
          </a:xfrm>
          <a:prstGeom prst="rect">
            <a:avLst/>
          </a:prstGeom>
        </p:spPr>
      </p:pic>
      <p:pic>
        <p:nvPicPr>
          <p:cNvPr id="17" name="Imagen 1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476AA83F-CEA2-8373-C2AC-4BB62DFB75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132" t="56572"/>
          <a:stretch>
            <a:fillRect/>
          </a:stretch>
        </p:blipFill>
        <p:spPr>
          <a:xfrm>
            <a:off x="4395536" y="5074757"/>
            <a:ext cx="4762421" cy="165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82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936D-4B06-B127-C83E-F8687B290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765036A-7F8C-3BA8-2173-BACBA87AC025}"/>
              </a:ext>
            </a:extLst>
          </p:cNvPr>
          <p:cNvSpPr txBox="1"/>
          <p:nvPr/>
        </p:nvSpPr>
        <p:spPr>
          <a:xfrm>
            <a:off x="405026" y="537868"/>
            <a:ext cx="8857111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Responsabilidades y métodos</a:t>
            </a:r>
            <a:endParaRPr lang="es-ES" sz="1400" b="1" dirty="0">
              <a:solidFill>
                <a:schemeClr val="bg1"/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086AFE3-552B-2F4F-261B-EB7C8DFA65AB}"/>
              </a:ext>
            </a:extLst>
          </p:cNvPr>
          <p:cNvCxnSpPr>
            <a:cxnSpLocks/>
          </p:cNvCxnSpPr>
          <p:nvPr/>
        </p:nvCxnSpPr>
        <p:spPr>
          <a:xfrm>
            <a:off x="866274" y="1456300"/>
            <a:ext cx="0" cy="589074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7105A8B-A498-2CAA-58C4-364A132985C8}"/>
              </a:ext>
            </a:extLst>
          </p:cNvPr>
          <p:cNvCxnSpPr>
            <a:cxnSpLocks/>
          </p:cNvCxnSpPr>
          <p:nvPr/>
        </p:nvCxnSpPr>
        <p:spPr>
          <a:xfrm>
            <a:off x="866274" y="2045374"/>
            <a:ext cx="2374230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6357FF9-DD74-4FB5-80B1-DA56619CE11F}"/>
              </a:ext>
            </a:extLst>
          </p:cNvPr>
          <p:cNvCxnSpPr>
            <a:cxnSpLocks/>
          </p:cNvCxnSpPr>
          <p:nvPr/>
        </p:nvCxnSpPr>
        <p:spPr>
          <a:xfrm>
            <a:off x="1443789" y="2045374"/>
            <a:ext cx="0" cy="2799347"/>
          </a:xfrm>
          <a:prstGeom prst="line">
            <a:avLst/>
          </a:prstGeom>
          <a:ln w="3810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26F6153-4528-1CAA-6173-C45BA62161C1}"/>
              </a:ext>
            </a:extLst>
          </p:cNvPr>
          <p:cNvCxnSpPr>
            <a:cxnSpLocks/>
          </p:cNvCxnSpPr>
          <p:nvPr/>
        </p:nvCxnSpPr>
        <p:spPr>
          <a:xfrm>
            <a:off x="1443789" y="34525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C5F79B3-B038-84AC-BF19-5C41EEFA8E8D}"/>
              </a:ext>
            </a:extLst>
          </p:cNvPr>
          <p:cNvCxnSpPr>
            <a:cxnSpLocks/>
          </p:cNvCxnSpPr>
          <p:nvPr/>
        </p:nvCxnSpPr>
        <p:spPr>
          <a:xfrm>
            <a:off x="1443789" y="4824190"/>
            <a:ext cx="1796715" cy="0"/>
          </a:xfrm>
          <a:prstGeom prst="straightConnector1">
            <a:avLst/>
          </a:prstGeom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34CB0596-75AE-8ACB-A7BF-39C85FC4EE30}"/>
              </a:ext>
            </a:extLst>
          </p:cNvPr>
          <p:cNvSpPr txBox="1"/>
          <p:nvPr/>
        </p:nvSpPr>
        <p:spPr>
          <a:xfrm>
            <a:off x="2895599" y="1629875"/>
            <a:ext cx="5502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6">
                    <a:lumMod val="50000"/>
                  </a:schemeClr>
                </a:solidFill>
              </a:rPr>
              <a:t>“Un contrato u obligación de un clasificador” (Def. UML)</a:t>
            </a:r>
            <a:endParaRPr lang="es-AR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F4C9DEE-5642-5155-425E-8C3A7FDAD3E9}"/>
              </a:ext>
            </a:extLst>
          </p:cNvPr>
          <p:cNvSpPr txBox="1"/>
          <p:nvPr/>
        </p:nvSpPr>
        <p:spPr>
          <a:xfrm>
            <a:off x="3866147" y="3260381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Conocer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066B03E-7C8B-936A-B24A-6DB8ECD54835}"/>
              </a:ext>
            </a:extLst>
          </p:cNvPr>
          <p:cNvSpPr txBox="1"/>
          <p:nvPr/>
        </p:nvSpPr>
        <p:spPr>
          <a:xfrm>
            <a:off x="3866147" y="4639524"/>
            <a:ext cx="1475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5"/>
                </a:solidFill>
              </a:rPr>
              <a:t>Hacer</a:t>
            </a:r>
            <a:endParaRPr lang="es-AR" sz="2400" b="1" dirty="0">
              <a:solidFill>
                <a:schemeClr val="accent5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91D1F4-7269-1044-EE43-1BA17BF78047}"/>
              </a:ext>
            </a:extLst>
          </p:cNvPr>
          <p:cNvSpPr txBox="1"/>
          <p:nvPr/>
        </p:nvSpPr>
        <p:spPr>
          <a:xfrm>
            <a:off x="5758139" y="3356155"/>
            <a:ext cx="331367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Granularidad</a:t>
            </a:r>
          </a:p>
          <a:p>
            <a:pPr algn="just"/>
            <a:endParaRPr lang="es-ES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¿Cuánto de responsabilidad a Clases y Métodos?</a:t>
            </a:r>
          </a:p>
          <a:p>
            <a:pPr algn="just"/>
            <a:endParaRPr lang="es-ES" sz="1400" b="1" dirty="0">
              <a:solidFill>
                <a:schemeClr val="accent6">
                  <a:lumMod val="50000"/>
                </a:schemeClr>
              </a:solidFill>
            </a:endParaRPr>
          </a:p>
          <a:p>
            <a:pPr algn="just"/>
            <a:r>
              <a:rPr lang="es-ES" sz="1400" b="1" dirty="0">
                <a:solidFill>
                  <a:schemeClr val="accent6">
                    <a:lumMod val="50000"/>
                  </a:schemeClr>
                </a:solidFill>
              </a:rPr>
              <a:t>Ej. “Resolver los accesos a la Base de Datos” vs. “Crear una Venta”</a:t>
            </a:r>
            <a:endParaRPr lang="es-AR" sz="1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E994B96-8195-AD2C-ADDD-CCA4BE242A52}"/>
              </a:ext>
            </a:extLst>
          </p:cNvPr>
          <p:cNvSpPr txBox="1"/>
          <p:nvPr/>
        </p:nvSpPr>
        <p:spPr>
          <a:xfrm>
            <a:off x="533511" y="5510835"/>
            <a:ext cx="8538295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solidFill>
                  <a:schemeClr val="accent3"/>
                </a:solidFill>
              </a:rPr>
              <a:t>Una responsabilidad NO es lo mismo que un método, pero los métodos se implementan para llevar a cabo las responsabilidades.</a:t>
            </a:r>
            <a:endParaRPr lang="es-AR" sz="2000" b="1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449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8B063-47A4-4DAB-241E-C72C316D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BD2545B-FA59-FEBC-7BBC-2CFDF4D1C03C}"/>
              </a:ext>
            </a:extLst>
          </p:cNvPr>
          <p:cNvSpPr txBox="1"/>
          <p:nvPr/>
        </p:nvSpPr>
        <p:spPr>
          <a:xfrm>
            <a:off x="410711" y="279740"/>
            <a:ext cx="8857111" cy="1323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Responsabilidades y diagramas de interacción</a:t>
            </a:r>
            <a:endParaRPr lang="es-ES" sz="4000" b="1" dirty="0" err="1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36694086-3D52-9BFA-0D7E-77CBF6E2B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87" y="1814635"/>
            <a:ext cx="9246357" cy="388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66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4DFB3-23E6-4A6B-7F7A-BE5A2678C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11E5BAE-8603-06D0-7E78-0F765B03CF1F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Patrones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188102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AC0B7DEE-D131-F83A-FEB9-1F2C9655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438" y="1840369"/>
            <a:ext cx="8241972" cy="1276413"/>
          </a:xfrm>
          <a:prstGeom prst="rect">
            <a:avLst/>
          </a:prstGeom>
        </p:spPr>
      </p:pic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38FE80C1-26C6-06C4-11D5-71B2CBEEC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798" y="3741219"/>
            <a:ext cx="2124075" cy="1990725"/>
          </a:xfrm>
          <a:prstGeom prst="rect">
            <a:avLst/>
          </a:prstGeom>
        </p:spPr>
      </p:pic>
      <p:pic>
        <p:nvPicPr>
          <p:cNvPr id="5" name="Imagen 4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44107181-24F3-5503-17A9-1C93110BC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429" y="4188894"/>
            <a:ext cx="4457700" cy="154305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C8C0290-FE1E-2729-2157-BB8D97FB1169}"/>
              </a:ext>
            </a:extLst>
          </p:cNvPr>
          <p:cNvSpPr txBox="1"/>
          <p:nvPr/>
        </p:nvSpPr>
        <p:spPr>
          <a:xfrm>
            <a:off x="442976" y="524916"/>
            <a:ext cx="9156405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400" b="1" dirty="0">
                <a:solidFill>
                  <a:prstClr val="white"/>
                </a:solidFill>
                <a:ea typeface="+mn-lt"/>
                <a:cs typeface="+mn-lt"/>
              </a:rPr>
              <a:t>Patrones</a:t>
            </a:r>
            <a:endParaRPr lang="es-ES" sz="1100" b="1" dirty="0"/>
          </a:p>
        </p:txBody>
      </p:sp>
    </p:spTree>
    <p:extLst>
      <p:ext uri="{BB962C8B-B14F-4D97-AF65-F5344CB8AC3E}">
        <p14:creationId xmlns:p14="http://schemas.microsoft.com/office/powerpoint/2010/main" val="1223036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F9B26-FBA5-3969-8F0F-6AE8CF41A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7AC54364-D2A7-ED20-6E64-D37D3703C1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094"/>
          <a:stretch>
            <a:fillRect/>
          </a:stretch>
        </p:blipFill>
        <p:spPr>
          <a:xfrm>
            <a:off x="608354" y="1600470"/>
            <a:ext cx="7515225" cy="1037800"/>
          </a:xfrm>
          <a:prstGeom prst="rect">
            <a:avLst/>
          </a:prstGeom>
        </p:spPr>
      </p:pic>
      <p:pic>
        <p:nvPicPr>
          <p:cNvPr id="6" name="Imagen 5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25A7B4B6-7640-CF54-413C-24A607581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13" y="2661669"/>
            <a:ext cx="8952790" cy="1037799"/>
          </a:xfrm>
          <a:prstGeom prst="rect">
            <a:avLst/>
          </a:prstGeom>
        </p:spPr>
      </p:pic>
      <p:pic>
        <p:nvPicPr>
          <p:cNvPr id="7" name="Imagen 6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5AD273D6-D6EA-2469-D8C8-9305363C5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033" y="3803299"/>
            <a:ext cx="7523898" cy="263927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07B51451-3A99-7F35-0802-292351E7B113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531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A80CA-00DD-5285-7773-4AD57627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453D937-4132-C50C-461B-2F065CB3C535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Experto en información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631841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87D8C-996A-5A22-3174-7AC19F89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1107826-8340-A00E-0F45-438FECE6E63F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pic>
        <p:nvPicPr>
          <p:cNvPr id="5" name="Imagen 4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5A7D3E76-0459-10B7-B8F1-11D6CE0A1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14" y="2382458"/>
            <a:ext cx="8628374" cy="367343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3B3903D-021B-F53A-3A8A-A531BCF6F4FB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Experto en información (o Experto)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144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7295F-5673-3B1F-E895-77998E9C3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922002D-07BA-696B-2D2C-C8F824957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64" y="2104256"/>
            <a:ext cx="8825553" cy="380715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127A98B-1271-8597-F6A5-AB7D57D34195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4CDE089-7CC1-86D3-23A5-18C865BB91D0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Experto en información (o Experto)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5428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2DEAC-C5D6-A72D-1733-745941D26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6B8E6ED-B49A-B680-14A3-31DD8D65E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63" y="2021379"/>
            <a:ext cx="8962031" cy="395046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B5668A4-5AE4-4B78-DF78-EE0AFB5B2EE1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305617-C9ED-941D-27CB-48BC3F8C9443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Experto en información (o Experto)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485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176B3-47C5-86EA-F305-B5984369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DC7E2F5-BAE7-5B0E-97FB-38C36D87E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75" y="2157405"/>
            <a:ext cx="8937967" cy="374774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211534F-5A22-51F2-93D1-7B39E3A24091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1A3DD9-4410-2878-072B-9F9807DE5764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Experto en información (o Experto)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536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1F765-E820-0570-9494-B02E72F3A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, Tabla&#10;&#10;El contenido generado por IA puede ser incorrecto.">
            <a:extLst>
              <a:ext uri="{FF2B5EF4-FFF2-40B4-BE49-F238E27FC236}">
                <a16:creationId xmlns:a16="http://schemas.microsoft.com/office/drawing/2014/main" id="{DC401777-B35D-8D60-D963-502F716F3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13" y="2261574"/>
            <a:ext cx="8844995" cy="365796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62974F1-AC8A-FC37-FAE1-C159377B6CD8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DCC9DB9-36B0-67F4-81DE-03F2594DAF24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Experto en información (o Experto)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975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17B91-89C0-2259-5509-DC5A7A947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A2870F9-705E-6068-9401-CA6CDF639E9E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Calibri"/>
                <a:cs typeface="Calibri"/>
              </a:rPr>
              <a:t>Creador</a:t>
            </a:r>
          </a:p>
        </p:txBody>
      </p:sp>
    </p:spTree>
    <p:extLst>
      <p:ext uri="{BB962C8B-B14F-4D97-AF65-F5344CB8AC3E}">
        <p14:creationId xmlns:p14="http://schemas.microsoft.com/office/powerpoint/2010/main" val="441468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9D8BB-BAA9-A58D-9DB9-F4CD4D766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FFC211DE-AE19-84E2-E9CD-5A342C646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67" y="2133674"/>
            <a:ext cx="8973901" cy="380190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743905C-E566-9CE6-D260-BD84C9049287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F4C6989-3C92-D56D-D7CE-4A1AF740DE6D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Creador - </a:t>
            </a:r>
            <a:r>
              <a:rPr lang="es-ES" sz="2400" b="1" dirty="0" err="1">
                <a:solidFill>
                  <a:schemeClr val="accent2"/>
                </a:solidFill>
              </a:rPr>
              <a:t>Creator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855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12DC2-A589-B79A-7A99-D974B0A3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F4932DC8-45F6-CFB2-B97E-1BD668892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92" y="2156303"/>
            <a:ext cx="8782333" cy="377301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95D42AE-92D5-974F-EABC-02EC14791985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42F24EB-925C-2B9B-8100-6852718C3B39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Creador - </a:t>
            </a:r>
            <a:r>
              <a:rPr lang="es-ES" sz="2400" b="1" dirty="0" err="1">
                <a:solidFill>
                  <a:schemeClr val="accent2"/>
                </a:solidFill>
              </a:rPr>
              <a:t>Creator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983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694C8-30F5-6EEE-9660-FCD6B30BE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692B9CC-AFFB-7A74-397F-2B223C8CD997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Calibri"/>
                <a:cs typeface="Calibri"/>
              </a:rPr>
              <a:t>Bajo </a:t>
            </a:r>
            <a:r>
              <a:rPr lang="es-AR" sz="6600" b="1" dirty="0" err="1">
                <a:solidFill>
                  <a:prstClr val="white"/>
                </a:solidFill>
                <a:ea typeface="Calibri"/>
                <a:cs typeface="Calibri"/>
              </a:rPr>
              <a:t>Acomplamiento</a:t>
            </a:r>
            <a:endParaRPr lang="es-ES" b="1" dirty="0" err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52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BB56-C0B5-437B-E2D2-C5FBDFF71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68B66966-B170-4583-7DE2-948D1954A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67" y="2347224"/>
            <a:ext cx="9109881" cy="396790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A2991AD-471C-3066-1847-9F2E65F5A459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BEBF85-1269-0463-606F-2D8657DEDACB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Bajo </a:t>
            </a:r>
            <a:r>
              <a:rPr lang="es-ES" sz="2400" b="1" dirty="0" err="1">
                <a:solidFill>
                  <a:schemeClr val="accent2"/>
                </a:solidFill>
              </a:rPr>
              <a:t>acomplamiento</a:t>
            </a:r>
            <a:r>
              <a:rPr lang="es-ES" sz="2400" b="1" dirty="0">
                <a:solidFill>
                  <a:schemeClr val="accent2"/>
                </a:solidFill>
              </a:rPr>
              <a:t> (</a:t>
            </a:r>
            <a:r>
              <a:rPr lang="es-ES" sz="2400" b="1" i="1" dirty="0">
                <a:solidFill>
                  <a:schemeClr val="accent2"/>
                </a:solidFill>
              </a:rPr>
              <a:t>Low </a:t>
            </a:r>
            <a:r>
              <a:rPr lang="es-ES" sz="2400" b="1" i="1" dirty="0" err="1">
                <a:solidFill>
                  <a:schemeClr val="accent2"/>
                </a:solidFill>
              </a:rPr>
              <a:t>Coupling</a:t>
            </a:r>
            <a:r>
              <a:rPr lang="es-ES" sz="2400" b="1" dirty="0">
                <a:solidFill>
                  <a:schemeClr val="accent2"/>
                </a:solidFill>
              </a:rPr>
              <a:t>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590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8CBD8-DC14-6AF3-1A55-ABF496C5E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71824E-F366-5BA5-58AA-B8AB18B68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43" y="2261573"/>
            <a:ext cx="8973403" cy="3882171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B5EC6D2-7A14-0A88-F4F2-615F44F01811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F9EEF1A-E612-F32A-7B4D-16B8D88A43EB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Bajo </a:t>
            </a:r>
            <a:r>
              <a:rPr lang="es-ES" sz="2400" b="1" dirty="0" err="1">
                <a:solidFill>
                  <a:schemeClr val="accent2"/>
                </a:solidFill>
              </a:rPr>
              <a:t>acomplamiento</a:t>
            </a:r>
            <a:r>
              <a:rPr lang="es-ES" sz="2400" b="1" dirty="0">
                <a:solidFill>
                  <a:schemeClr val="accent2"/>
                </a:solidFill>
              </a:rPr>
              <a:t> (</a:t>
            </a:r>
            <a:r>
              <a:rPr lang="es-ES" sz="2400" b="1" i="1" dirty="0">
                <a:solidFill>
                  <a:schemeClr val="accent2"/>
                </a:solidFill>
              </a:rPr>
              <a:t>Low </a:t>
            </a:r>
            <a:r>
              <a:rPr lang="es-ES" sz="2400" b="1" i="1">
                <a:solidFill>
                  <a:schemeClr val="accent2"/>
                </a:solidFill>
              </a:rPr>
              <a:t>Coupling</a:t>
            </a:r>
            <a:r>
              <a:rPr lang="es-ES" sz="2400" b="1" dirty="0">
                <a:solidFill>
                  <a:schemeClr val="accent2"/>
                </a:solidFill>
              </a:rPr>
              <a:t>)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6548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58815-6E21-26C9-C371-F648D0976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2D52452-6141-2517-9D8F-94356143BDF1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Alta cohesión 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315633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BB909-BA40-20C0-81BC-C31312472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5D31721-CCD3-6C32-D1A5-6217B02CD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43" y="2261573"/>
            <a:ext cx="8912272" cy="391392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19E20E3-18D4-C508-FB86-57393BCD5FE6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F680F51-7E6F-7C09-DF3C-AED2A1CAC527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Alta cohesión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554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D3BB-7B5E-26A0-4B4F-AC1BBD05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6B66A00-D3D3-0D45-A267-CA68C2B4F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92" y="2103707"/>
            <a:ext cx="9155374" cy="400051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B705AB2-8781-16FE-4B7F-E5592BBBCD23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DCB39E9-E84C-10F3-7D8D-D5623A82BD06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Alta cohesión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562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3EB04-A031-8AEC-E313-A470F8D4C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18403818-5B40-77D6-0CD9-C3325E6F2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23" y="2261573"/>
            <a:ext cx="8927912" cy="385787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964CEAE-5F33-AA93-3915-55B1B1864BED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C5E1E7B-5E0D-E55C-22C4-149609A4168E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Alta cohesión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028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47F13-ABBE-DE2D-F6D6-7139CF0C2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724E2E2-37F7-2485-6AE2-679EB39B5F8D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Controlador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187081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B6EF2-0BDF-4899-E1A1-69152DE74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1E4C3EC-B3F1-8BDA-D8FD-233E20A28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56" y="2261573"/>
            <a:ext cx="9451075" cy="413141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8BBF8A4-F051-6D05-1DAA-034D87293CDB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FB4EE57-BFD7-33C4-5BEB-066EB5247C69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Controlador - </a:t>
            </a:r>
            <a:r>
              <a:rPr lang="es-ES" sz="2400" b="1" dirty="0" err="1">
                <a:solidFill>
                  <a:schemeClr val="accent2"/>
                </a:solidFill>
              </a:rPr>
              <a:t>Controller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634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3657A-2311-3752-D185-2F899684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303018C8-B857-DA76-F254-24560ABF7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8" y="2021379"/>
            <a:ext cx="8782333" cy="439840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C023FD4-2DA1-4913-3248-D678B0B0A3EB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5B9EFB-D875-2013-61E9-1F0E088D6C04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Controlador - </a:t>
            </a:r>
            <a:r>
              <a:rPr lang="es-ES" sz="2400" b="1" dirty="0" err="1">
                <a:solidFill>
                  <a:schemeClr val="accent2"/>
                </a:solidFill>
              </a:rPr>
              <a:t>Controller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1894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4D49A-BBA1-D2DA-6F9F-0E5C81A4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&#10;&#10;El contenido generado por IA puede ser incorrecto.">
            <a:extLst>
              <a:ext uri="{FF2B5EF4-FFF2-40B4-BE49-F238E27FC236}">
                <a16:creationId xmlns:a16="http://schemas.microsoft.com/office/drawing/2014/main" id="{EBE25C7C-6C88-534A-489A-0A6D941D6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67" y="2163930"/>
            <a:ext cx="8943569" cy="392404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DF0908A-7BF1-E4A3-3E5A-F888416E86C5}"/>
              </a:ext>
            </a:extLst>
          </p:cNvPr>
          <p:cNvSpPr txBox="1"/>
          <p:nvPr/>
        </p:nvSpPr>
        <p:spPr>
          <a:xfrm>
            <a:off x="435113" y="611634"/>
            <a:ext cx="878233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Calibri"/>
                <a:cs typeface="Calibri"/>
              </a:rPr>
              <a:t>GRASP</a:t>
            </a:r>
            <a:endParaRPr lang="es-ES" sz="1400" b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43BCBA4-B7C6-332A-5E77-FE0907F99585}"/>
              </a:ext>
            </a:extLst>
          </p:cNvPr>
          <p:cNvSpPr txBox="1"/>
          <p:nvPr/>
        </p:nvSpPr>
        <p:spPr>
          <a:xfrm>
            <a:off x="352567" y="1559714"/>
            <a:ext cx="5173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2"/>
                </a:solidFill>
              </a:rPr>
              <a:t>Controlador - </a:t>
            </a:r>
            <a:r>
              <a:rPr lang="es-ES" sz="2400" b="1" dirty="0" err="1">
                <a:solidFill>
                  <a:schemeClr val="accent2"/>
                </a:solidFill>
              </a:rPr>
              <a:t>Controller</a:t>
            </a:r>
            <a:endParaRPr lang="es-AR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8993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Síntesis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8945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55678" y="651761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Síntesis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403423" y="1610941"/>
            <a:ext cx="2678512" cy="21852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br>
              <a:rPr lang="en-US" sz="1600" dirty="0">
                <a:solidFill>
                  <a:schemeClr val="tx2"/>
                </a:solidFill>
              </a:rPr>
            </a:br>
            <a:r>
              <a:rPr lang="es-AR" sz="2000" b="1" dirty="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Patrones de </a:t>
            </a:r>
            <a:r>
              <a:rPr lang="es-AR" sz="2000" b="1" i="1" dirty="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Software</a:t>
            </a:r>
            <a:r>
              <a:rPr lang="es-AR" sz="2000" b="1" dirty="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 Generales para la Asignación de Responsabilidades </a:t>
            </a:r>
          </a:p>
          <a:p>
            <a:r>
              <a:rPr lang="es-AR" sz="2000" b="1" dirty="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GRASP</a:t>
            </a:r>
          </a:p>
          <a:p>
            <a:endParaRPr lang="es-AR" sz="2000" dirty="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3" name="Imagen 2" descr="Tabla&#10;&#10;El contenido generado por IA puede ser incorrecto.">
            <a:extLst>
              <a:ext uri="{FF2B5EF4-FFF2-40B4-BE49-F238E27FC236}">
                <a16:creationId xmlns:a16="http://schemas.microsoft.com/office/drawing/2014/main" id="{36372144-6AE7-8E52-8A12-19F13EBFF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412" y="1496775"/>
            <a:ext cx="4610100" cy="52292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462DB38-7A6E-F28D-B460-D59CECCAC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18" y="4564089"/>
            <a:ext cx="136207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323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8B2A9-FED9-C11E-CA70-E8E3FBE55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B51F177-8C97-A732-C5E0-FBAC529582D6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¿Preguntas?</a:t>
            </a: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7073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091807" y="2539075"/>
            <a:ext cx="3846643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LARMAN, Craig; GARCÍA MOLINA, </a:t>
            </a:r>
            <a:r>
              <a:rPr lang="es-ES" sz="2000" dirty="0" err="1">
                <a:solidFill>
                  <a:schemeClr val="bg1"/>
                </a:solidFill>
                <a:ea typeface="+mn-lt"/>
                <a:cs typeface="+mn-lt"/>
              </a:rPr>
              <a:t>Jesús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s-ES" sz="2000" i="1" dirty="0">
                <a:solidFill>
                  <a:schemeClr val="bg1"/>
                </a:solidFill>
                <a:ea typeface="+mn-lt"/>
                <a:cs typeface="+mn-lt"/>
              </a:rPr>
              <a:t>UML y patrones: una </a:t>
            </a:r>
            <a:r>
              <a:rPr lang="es-ES" sz="2000" i="1" dirty="0" err="1">
                <a:solidFill>
                  <a:schemeClr val="bg1"/>
                </a:solidFill>
                <a:ea typeface="+mn-lt"/>
                <a:cs typeface="+mn-lt"/>
              </a:rPr>
              <a:t>introducción</a:t>
            </a:r>
            <a:r>
              <a:rPr lang="es-ES" sz="2000" i="1" dirty="0">
                <a:solidFill>
                  <a:schemeClr val="bg1"/>
                </a:solidFill>
                <a:ea typeface="+mn-lt"/>
                <a:cs typeface="+mn-lt"/>
              </a:rPr>
              <a:t> al </a:t>
            </a:r>
            <a:r>
              <a:rPr lang="es-ES" sz="2000" i="1" dirty="0" err="1">
                <a:solidFill>
                  <a:schemeClr val="bg1"/>
                </a:solidFill>
                <a:ea typeface="+mn-lt"/>
                <a:cs typeface="+mn-lt"/>
              </a:rPr>
              <a:t>análisis</a:t>
            </a:r>
            <a:r>
              <a:rPr lang="es-ES" sz="2000" i="1" dirty="0">
                <a:solidFill>
                  <a:schemeClr val="bg1"/>
                </a:solidFill>
                <a:ea typeface="+mn-lt"/>
                <a:cs typeface="+mn-lt"/>
              </a:rPr>
              <a:t> y </a:t>
            </a:r>
            <a:r>
              <a:rPr lang="es-ES" sz="2000" i="1" dirty="0" err="1">
                <a:solidFill>
                  <a:schemeClr val="bg1"/>
                </a:solidFill>
                <a:ea typeface="+mn-lt"/>
                <a:cs typeface="+mn-lt"/>
              </a:rPr>
              <a:t>diseño</a:t>
            </a:r>
            <a:r>
              <a:rPr lang="es-ES" sz="2000" i="1" dirty="0">
                <a:solidFill>
                  <a:schemeClr val="bg1"/>
                </a:solidFill>
                <a:ea typeface="+mn-lt"/>
                <a:cs typeface="+mn-lt"/>
              </a:rPr>
              <a:t> orientado a objetos y al proceso unificado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. 2a ed. 2003. Madrid: Pearson </a:t>
            </a:r>
            <a:r>
              <a:rPr lang="es-ES" sz="2000" dirty="0" err="1">
                <a:solidFill>
                  <a:schemeClr val="bg1"/>
                </a:solidFill>
                <a:ea typeface="+mn-lt"/>
                <a:cs typeface="+mn-lt"/>
              </a:rPr>
              <a:t>Educación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s-ES" sz="2000" dirty="0" err="1">
                <a:solidFill>
                  <a:schemeClr val="bg1"/>
                </a:solidFill>
                <a:ea typeface="+mn-lt"/>
                <a:cs typeface="+mn-lt"/>
              </a:rPr>
              <a:t>xxv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, 590 p. ISBN: 9788420534381 </a:t>
            </a:r>
            <a:endParaRPr lang="es-ES" sz="16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 dirty="0">
                <a:solidFill>
                  <a:schemeClr val="bg1"/>
                </a:solidFill>
              </a:rPr>
              <a:t>Bibliografía </a:t>
            </a:r>
            <a:r>
              <a:rPr lang="es-AR" sz="3600" dirty="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 dirty="0">
                <a:solidFill>
                  <a:schemeClr val="bg1"/>
                </a:solidFill>
                <a:effectLst/>
              </a:rPr>
              <a:t>​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8C92D704EFF064BA8390B1F0BCDA6A5" ma:contentTypeVersion="19" ma:contentTypeDescription="Crear nuevo documento." ma:contentTypeScope="" ma:versionID="2ca7b30a8b21261bae43d849cd732259">
  <xsd:schema xmlns:xsd="http://www.w3.org/2001/XMLSchema" xmlns:xs="http://www.w3.org/2001/XMLSchema" xmlns:p="http://schemas.microsoft.com/office/2006/metadata/properties" xmlns:ns2="232756c5-2869-4da6-aa3d-6ef32daae75e" xmlns:ns3="b5f0631a-2ac1-434a-9e75-b23938e5739a" targetNamespace="http://schemas.microsoft.com/office/2006/metadata/properties" ma:root="true" ma:fieldsID="1cf8f755b6fc91a6ab28aee5ac077d21" ns2:_="" ns3:_="">
    <xsd:import namespace="232756c5-2869-4da6-aa3d-6ef32daae75e"/>
    <xsd:import namespace="b5f0631a-2ac1-434a-9e75-b23938e573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2756c5-2869-4da6-aa3d-6ef32daae7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f0631a-2ac1-434a-9e75-b23938e5739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9c1aa3-7ebd-4368-a771-30b49c08b8be}" ma:internalName="TaxCatchAll" ma:showField="CatchAllData" ma:web="b5f0631a-2ac1-434a-9e75-b23938e573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f0631a-2ac1-434a-9e75-b23938e5739a" xsi:nil="true"/>
    <lcf76f155ced4ddcb4097134ff3c332f xmlns="232756c5-2869-4da6-aa3d-6ef32daae7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2C34BE-D40D-40B4-A303-F89083FD93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2756c5-2869-4da6-aa3d-6ef32daae75e"/>
    <ds:schemaRef ds:uri="b5f0631a-2ac1-434a-9e75-b23938e573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1803CA-FEBB-4A0D-BD4D-E9503F1B167C}">
  <ds:schemaRefs>
    <ds:schemaRef ds:uri="http://purl.org/dc/elements/1.1/"/>
    <ds:schemaRef ds:uri="http://schemas.microsoft.com/office/2006/documentManagement/types"/>
    <ds:schemaRef ds:uri="232756c5-2869-4da6-aa3d-6ef32daae75e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b5f0631a-2ac1-434a-9e75-b23938e5739a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52</TotalTime>
  <Words>478</Words>
  <Application>Microsoft Office PowerPoint</Application>
  <PresentationFormat>Panorámica</PresentationFormat>
  <Paragraphs>90</Paragraphs>
  <Slides>40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diapositiva</vt:lpstr>
      </vt:variant>
      <vt:variant>
        <vt:i4>40</vt:i4>
      </vt:variant>
    </vt:vector>
  </HeadingPairs>
  <TitlesOfParts>
    <vt:vector size="43" baseType="lpstr">
      <vt:lpstr>Tema de Office</vt:lpstr>
      <vt:lpstr>1_Office Theme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ADDESSO CAMILA</cp:lastModifiedBy>
  <cp:revision>529</cp:revision>
  <dcterms:created xsi:type="dcterms:W3CDTF">2022-08-30T18:57:15Z</dcterms:created>
  <dcterms:modified xsi:type="dcterms:W3CDTF">2025-08-06T18:58:55Z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0x010100D8C92D704EFF064BA8390B1F0BCDA6A5</vt:lpwstr>
  </property>
  <property fmtid="{D5CDD505-2E9C-101B-9397-08002B2CF9AE}" pid="3" name="MediaServiceImageTags">
    <vt:lpwstr/>
  </property>
</Properties>
</file>