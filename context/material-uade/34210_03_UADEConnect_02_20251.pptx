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  <p:sldMasterId id="2147483720" r:id="rId5"/>
  </p:sldMasterIdLst>
  <p:notesMasterIdLst>
    <p:notesMasterId r:id="rId46"/>
  </p:notesMasterIdLst>
  <p:handoutMasterIdLst>
    <p:handoutMasterId r:id="rId47"/>
  </p:handoutMasterIdLst>
  <p:sldIdLst>
    <p:sldId id="344" r:id="rId6"/>
    <p:sldId id="346" r:id="rId7"/>
    <p:sldId id="258" r:id="rId8"/>
    <p:sldId id="326" r:id="rId9"/>
    <p:sldId id="348" r:id="rId10"/>
    <p:sldId id="386" r:id="rId11"/>
    <p:sldId id="347" r:id="rId12"/>
    <p:sldId id="387" r:id="rId13"/>
    <p:sldId id="388" r:id="rId14"/>
    <p:sldId id="389" r:id="rId15"/>
    <p:sldId id="390" r:id="rId16"/>
    <p:sldId id="391" r:id="rId17"/>
    <p:sldId id="392" r:id="rId18"/>
    <p:sldId id="393" r:id="rId19"/>
    <p:sldId id="394" r:id="rId20"/>
    <p:sldId id="395" r:id="rId21"/>
    <p:sldId id="396" r:id="rId22"/>
    <p:sldId id="397" r:id="rId23"/>
    <p:sldId id="398" r:id="rId24"/>
    <p:sldId id="399" r:id="rId25"/>
    <p:sldId id="400" r:id="rId26"/>
    <p:sldId id="401" r:id="rId27"/>
    <p:sldId id="402" r:id="rId28"/>
    <p:sldId id="403" r:id="rId29"/>
    <p:sldId id="404" r:id="rId30"/>
    <p:sldId id="409" r:id="rId31"/>
    <p:sldId id="405" r:id="rId32"/>
    <p:sldId id="406" r:id="rId33"/>
    <p:sldId id="407" r:id="rId34"/>
    <p:sldId id="408" r:id="rId35"/>
    <p:sldId id="410" r:id="rId36"/>
    <p:sldId id="411" r:id="rId37"/>
    <p:sldId id="412" r:id="rId38"/>
    <p:sldId id="413" r:id="rId39"/>
    <p:sldId id="414" r:id="rId40"/>
    <p:sldId id="354" r:id="rId41"/>
    <p:sldId id="353" r:id="rId42"/>
    <p:sldId id="415" r:id="rId43"/>
    <p:sldId id="316" r:id="rId44"/>
    <p:sldId id="272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62F96D9-971B-6D8E-A80A-74D16742802A}" name="RUIZ MATIAS GABRIEL" initials="RG" userId="S::matruiz@uade.edu.ar::72c12a3b-a710-4b0e-ab01-ac5c42c63442" providerId="AD"/>
  <p188:author id="{DD719EE8-DDFC-16A4-4674-DD58E045D250}" name="ADDESSO CAMILA" initials="CA" userId="S::caddesso@uade.edu.ar::efb615f5-46de-4cfe-a24f-17ca13fe304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102D"/>
    <a:srgbClr val="62A72F"/>
    <a:srgbClr val="A57EB2"/>
    <a:srgbClr val="E1E1DF"/>
    <a:srgbClr val="F6A610"/>
    <a:srgbClr val="4C4C4C"/>
    <a:srgbClr val="0EA6CF"/>
    <a:srgbClr val="ED6B20"/>
    <a:srgbClr val="7F7F7F"/>
    <a:srgbClr val="0C1C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0ADC32-0D47-5FD1-A723-515C91A26426}" v="42" dt="2025-10-22T15:05:42.5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41" autoAdjust="0"/>
    <p:restoredTop sz="96654" autoAdjust="0"/>
  </p:normalViewPr>
  <p:slideViewPr>
    <p:cSldViewPr snapToGrid="0">
      <p:cViewPr varScale="1">
        <p:scale>
          <a:sx n="95" d="100"/>
          <a:sy n="95" d="100"/>
        </p:scale>
        <p:origin x="18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4832" y="21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microsoft.com/office/2018/10/relationships/authors" Target="author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01F44E-EA1E-4CE7-AC24-45ABB9542FD8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E2B03FC2-B8A3-4605-B93C-BF321B76C8DD}">
      <dgm:prSet custT="1"/>
      <dgm:spPr/>
      <dgm:t>
        <a:bodyPr/>
        <a:lstStyle/>
        <a:p>
          <a:r>
            <a:rPr lang="es-ES" sz="2400" b="1" dirty="0"/>
            <a:t>• Propósito </a:t>
          </a:r>
          <a:endParaRPr lang="es-AR" sz="2400" b="1" dirty="0"/>
        </a:p>
      </dgm:t>
    </dgm:pt>
    <dgm:pt modelId="{A0D51777-A9FD-4D7F-81D9-33A57DBADA6C}" type="parTrans" cxnId="{CD77F526-CF39-43F3-AA31-1E29FD227925}">
      <dgm:prSet/>
      <dgm:spPr/>
      <dgm:t>
        <a:bodyPr/>
        <a:lstStyle/>
        <a:p>
          <a:endParaRPr lang="es-AR" sz="3600" b="1" dirty="0"/>
        </a:p>
      </dgm:t>
    </dgm:pt>
    <dgm:pt modelId="{AC0EDD52-2047-4114-8E8F-467BBA8A4FCF}" type="sibTrans" cxnId="{CD77F526-CF39-43F3-AA31-1E29FD227925}">
      <dgm:prSet/>
      <dgm:spPr/>
      <dgm:t>
        <a:bodyPr/>
        <a:lstStyle/>
        <a:p>
          <a:endParaRPr lang="es-AR" sz="3600" b="1" dirty="0"/>
        </a:p>
      </dgm:t>
    </dgm:pt>
    <dgm:pt modelId="{C72D8982-4566-422C-8424-235C45EE2A32}">
      <dgm:prSet custT="1"/>
      <dgm:spPr/>
      <dgm:t>
        <a:bodyPr/>
        <a:lstStyle/>
        <a:p>
          <a:r>
            <a:rPr lang="es-ES" sz="2400" b="1" dirty="0"/>
            <a:t>• Motivación </a:t>
          </a:r>
          <a:endParaRPr lang="es-AR" sz="2400" b="1" dirty="0"/>
        </a:p>
      </dgm:t>
    </dgm:pt>
    <dgm:pt modelId="{6032191C-76AD-4D5B-8FD8-21D8C2D3FC9D}" type="parTrans" cxnId="{4E7D9871-F2AB-41D3-9AE1-95940AD59CFF}">
      <dgm:prSet/>
      <dgm:spPr/>
      <dgm:t>
        <a:bodyPr/>
        <a:lstStyle/>
        <a:p>
          <a:endParaRPr lang="es-AR" sz="3600" b="1" dirty="0"/>
        </a:p>
      </dgm:t>
    </dgm:pt>
    <dgm:pt modelId="{288D7CAA-7AB0-4EDA-BA45-5CA6923E287F}" type="sibTrans" cxnId="{4E7D9871-F2AB-41D3-9AE1-95940AD59CFF}">
      <dgm:prSet/>
      <dgm:spPr/>
      <dgm:t>
        <a:bodyPr/>
        <a:lstStyle/>
        <a:p>
          <a:endParaRPr lang="es-AR" sz="3600" b="1" dirty="0"/>
        </a:p>
      </dgm:t>
    </dgm:pt>
    <dgm:pt modelId="{F8753987-FD1F-43FE-98F2-AB8CC93127BA}">
      <dgm:prSet custT="1"/>
      <dgm:spPr/>
      <dgm:t>
        <a:bodyPr/>
        <a:lstStyle/>
        <a:p>
          <a:r>
            <a:rPr lang="es-ES" sz="2400" b="1" dirty="0"/>
            <a:t>• Participantes </a:t>
          </a:r>
          <a:endParaRPr lang="es-AR" sz="2400" b="1" dirty="0"/>
        </a:p>
      </dgm:t>
    </dgm:pt>
    <dgm:pt modelId="{A42FF5AB-308D-4616-8440-6B9121D1E9BA}" type="parTrans" cxnId="{364661B8-3A25-4DAD-ADFC-262EAA5DE4C2}">
      <dgm:prSet/>
      <dgm:spPr/>
      <dgm:t>
        <a:bodyPr/>
        <a:lstStyle/>
        <a:p>
          <a:endParaRPr lang="es-AR" sz="3600" b="1" dirty="0"/>
        </a:p>
      </dgm:t>
    </dgm:pt>
    <dgm:pt modelId="{165E4EB9-4361-4BAA-B78E-5CCD67A76380}" type="sibTrans" cxnId="{364661B8-3A25-4DAD-ADFC-262EAA5DE4C2}">
      <dgm:prSet/>
      <dgm:spPr/>
      <dgm:t>
        <a:bodyPr/>
        <a:lstStyle/>
        <a:p>
          <a:endParaRPr lang="es-AR" sz="3600" b="1" dirty="0"/>
        </a:p>
      </dgm:t>
    </dgm:pt>
    <dgm:pt modelId="{4FAEE0E7-2E3C-4D71-A771-8C668F9F7B53}">
      <dgm:prSet custT="1"/>
      <dgm:spPr/>
      <dgm:t>
        <a:bodyPr/>
        <a:lstStyle/>
        <a:p>
          <a:r>
            <a:rPr lang="es-ES" sz="2400" b="1" dirty="0"/>
            <a:t>• Colaboraciones </a:t>
          </a:r>
          <a:endParaRPr lang="es-AR" sz="2400" b="1" dirty="0"/>
        </a:p>
      </dgm:t>
    </dgm:pt>
    <dgm:pt modelId="{EC55F01B-0A49-4CFE-A1A1-D66AF8A01822}" type="parTrans" cxnId="{9175CC1D-5962-4B4A-83E2-42E0609E25BE}">
      <dgm:prSet/>
      <dgm:spPr/>
      <dgm:t>
        <a:bodyPr/>
        <a:lstStyle/>
        <a:p>
          <a:endParaRPr lang="es-AR" sz="3600" b="1" dirty="0"/>
        </a:p>
      </dgm:t>
    </dgm:pt>
    <dgm:pt modelId="{46725C76-611A-465D-AD7C-FA1C2738FA15}" type="sibTrans" cxnId="{9175CC1D-5962-4B4A-83E2-42E0609E25BE}">
      <dgm:prSet/>
      <dgm:spPr/>
      <dgm:t>
        <a:bodyPr/>
        <a:lstStyle/>
        <a:p>
          <a:endParaRPr lang="es-AR" sz="3600" b="1" dirty="0"/>
        </a:p>
      </dgm:t>
    </dgm:pt>
    <dgm:pt modelId="{4A74D183-8F4D-4A25-B0B7-27230499B0B1}">
      <dgm:prSet custT="1"/>
      <dgm:spPr/>
      <dgm:t>
        <a:bodyPr/>
        <a:lstStyle/>
        <a:p>
          <a:r>
            <a:rPr lang="es-ES" sz="2400" b="1" dirty="0"/>
            <a:t>• Consecuencias </a:t>
          </a:r>
          <a:endParaRPr lang="es-AR" sz="2400" b="1" dirty="0"/>
        </a:p>
      </dgm:t>
    </dgm:pt>
    <dgm:pt modelId="{930DFAA5-B734-428F-BF8B-B3CF247B5A8E}" type="parTrans" cxnId="{9340B3B4-0D8D-4EF6-9621-B8700E4F8512}">
      <dgm:prSet/>
      <dgm:spPr/>
      <dgm:t>
        <a:bodyPr/>
        <a:lstStyle/>
        <a:p>
          <a:endParaRPr lang="es-AR" sz="3600" b="1" dirty="0"/>
        </a:p>
      </dgm:t>
    </dgm:pt>
    <dgm:pt modelId="{5FEE0C64-676C-4727-8F49-73EA94C49385}" type="sibTrans" cxnId="{9340B3B4-0D8D-4EF6-9621-B8700E4F8512}">
      <dgm:prSet/>
      <dgm:spPr/>
      <dgm:t>
        <a:bodyPr/>
        <a:lstStyle/>
        <a:p>
          <a:endParaRPr lang="es-AR" sz="3600" b="1" dirty="0"/>
        </a:p>
      </dgm:t>
    </dgm:pt>
    <dgm:pt modelId="{971AF215-23C9-4F53-8771-25151FDC00CC}">
      <dgm:prSet custT="1"/>
      <dgm:spPr/>
      <dgm:t>
        <a:bodyPr/>
        <a:lstStyle/>
        <a:p>
          <a:r>
            <a:rPr lang="es-ES" sz="2400" b="1" dirty="0"/>
            <a:t>• Implementación código de ejemplo </a:t>
          </a:r>
          <a:endParaRPr lang="es-AR" sz="2400" b="1" dirty="0"/>
        </a:p>
      </dgm:t>
    </dgm:pt>
    <dgm:pt modelId="{CFF28427-74DD-49AB-BA22-2187F24F1126}" type="parTrans" cxnId="{E4EC96F6-FFCD-49F7-AB28-3673F94DCE0A}">
      <dgm:prSet/>
      <dgm:spPr/>
      <dgm:t>
        <a:bodyPr/>
        <a:lstStyle/>
        <a:p>
          <a:endParaRPr lang="es-AR" sz="3600" b="1" dirty="0"/>
        </a:p>
      </dgm:t>
    </dgm:pt>
    <dgm:pt modelId="{18830E6E-0D60-4680-BAA0-6C6B2D814054}" type="sibTrans" cxnId="{E4EC96F6-FFCD-49F7-AB28-3673F94DCE0A}">
      <dgm:prSet/>
      <dgm:spPr/>
      <dgm:t>
        <a:bodyPr/>
        <a:lstStyle/>
        <a:p>
          <a:endParaRPr lang="es-AR" sz="3600" b="1" dirty="0"/>
        </a:p>
      </dgm:t>
    </dgm:pt>
    <dgm:pt modelId="{FBE4F33F-6B46-4631-92ED-410C55AF988B}">
      <dgm:prSet custT="1"/>
      <dgm:spPr/>
      <dgm:t>
        <a:bodyPr/>
        <a:lstStyle/>
        <a:p>
          <a:r>
            <a:rPr lang="es-ES" sz="2400" b="1" dirty="0"/>
            <a:t>• Usos conocidos </a:t>
          </a:r>
          <a:endParaRPr lang="es-AR" sz="2400" b="1" dirty="0"/>
        </a:p>
      </dgm:t>
    </dgm:pt>
    <dgm:pt modelId="{4B795954-B4E6-40D6-B18A-3C3460D81FCD}" type="parTrans" cxnId="{0C7EAB29-3B32-42FC-A026-2C5CDAF4E0F9}">
      <dgm:prSet/>
      <dgm:spPr/>
      <dgm:t>
        <a:bodyPr/>
        <a:lstStyle/>
        <a:p>
          <a:endParaRPr lang="es-AR" sz="3600" b="1" dirty="0"/>
        </a:p>
      </dgm:t>
    </dgm:pt>
    <dgm:pt modelId="{FF5F81C0-EC54-4823-A36C-6F6362DDC70E}" type="sibTrans" cxnId="{0C7EAB29-3B32-42FC-A026-2C5CDAF4E0F9}">
      <dgm:prSet/>
      <dgm:spPr/>
      <dgm:t>
        <a:bodyPr/>
        <a:lstStyle/>
        <a:p>
          <a:endParaRPr lang="es-AR" sz="3600" b="1" dirty="0"/>
        </a:p>
      </dgm:t>
    </dgm:pt>
    <dgm:pt modelId="{20DDF29C-89C1-495B-9A5F-EE29BA55DC07}">
      <dgm:prSet custT="1"/>
      <dgm:spPr/>
      <dgm:t>
        <a:bodyPr/>
        <a:lstStyle/>
        <a:p>
          <a:r>
            <a:rPr lang="es-ES" sz="2400" b="1" dirty="0"/>
            <a:t>• Patrones relacionados </a:t>
          </a:r>
          <a:endParaRPr lang="es-AR" sz="2400" b="1" dirty="0"/>
        </a:p>
      </dgm:t>
    </dgm:pt>
    <dgm:pt modelId="{FF959934-4F7D-4F77-B193-3BD8842FDCB8}" type="parTrans" cxnId="{E6532118-7D4B-4F72-8ABA-9371C9918E18}">
      <dgm:prSet/>
      <dgm:spPr/>
      <dgm:t>
        <a:bodyPr/>
        <a:lstStyle/>
        <a:p>
          <a:endParaRPr lang="es-AR" sz="3600" b="1" dirty="0"/>
        </a:p>
      </dgm:t>
    </dgm:pt>
    <dgm:pt modelId="{45269E44-1D45-412C-B7F4-C74A41859B0B}" type="sibTrans" cxnId="{E6532118-7D4B-4F72-8ABA-9371C9918E18}">
      <dgm:prSet/>
      <dgm:spPr/>
      <dgm:t>
        <a:bodyPr/>
        <a:lstStyle/>
        <a:p>
          <a:endParaRPr lang="es-AR" sz="3600" b="1" dirty="0"/>
        </a:p>
      </dgm:t>
    </dgm:pt>
    <dgm:pt modelId="{B7187111-6F2C-41B6-A9B3-78064BF4ACC1}" type="pres">
      <dgm:prSet presAssocID="{2E01F44E-EA1E-4CE7-AC24-45ABB9542FD8}" presName="linear" presStyleCnt="0">
        <dgm:presLayoutVars>
          <dgm:dir/>
          <dgm:animLvl val="lvl"/>
          <dgm:resizeHandles val="exact"/>
        </dgm:presLayoutVars>
      </dgm:prSet>
      <dgm:spPr/>
    </dgm:pt>
    <dgm:pt modelId="{3CFB8BD9-A75A-4871-976A-A85D0565EE51}" type="pres">
      <dgm:prSet presAssocID="{E2B03FC2-B8A3-4605-B93C-BF321B76C8DD}" presName="parentLin" presStyleCnt="0"/>
      <dgm:spPr/>
    </dgm:pt>
    <dgm:pt modelId="{704AA4A3-75E7-4199-B62C-6AAA30A5E715}" type="pres">
      <dgm:prSet presAssocID="{E2B03FC2-B8A3-4605-B93C-BF321B76C8DD}" presName="parentLeftMargin" presStyleLbl="node1" presStyleIdx="0" presStyleCnt="8"/>
      <dgm:spPr/>
    </dgm:pt>
    <dgm:pt modelId="{D11875CD-09E1-4476-91D5-1ED44C29EB68}" type="pres">
      <dgm:prSet presAssocID="{E2B03FC2-B8A3-4605-B93C-BF321B76C8DD}" presName="parentText" presStyleLbl="node1" presStyleIdx="0" presStyleCnt="8">
        <dgm:presLayoutVars>
          <dgm:chMax val="0"/>
          <dgm:bulletEnabled val="1"/>
        </dgm:presLayoutVars>
      </dgm:prSet>
      <dgm:spPr/>
    </dgm:pt>
    <dgm:pt modelId="{CB8F2BF1-F907-48B3-A995-5936F9DE4DD5}" type="pres">
      <dgm:prSet presAssocID="{E2B03FC2-B8A3-4605-B93C-BF321B76C8DD}" presName="negativeSpace" presStyleCnt="0"/>
      <dgm:spPr/>
    </dgm:pt>
    <dgm:pt modelId="{F29359AF-990D-43BF-85BB-8A39E5CF4E63}" type="pres">
      <dgm:prSet presAssocID="{E2B03FC2-B8A3-4605-B93C-BF321B76C8DD}" presName="childText" presStyleLbl="conFgAcc1" presStyleIdx="0" presStyleCnt="8">
        <dgm:presLayoutVars>
          <dgm:bulletEnabled val="1"/>
        </dgm:presLayoutVars>
      </dgm:prSet>
      <dgm:spPr/>
    </dgm:pt>
    <dgm:pt modelId="{E31F0665-F296-471F-80B1-5BA102CF834E}" type="pres">
      <dgm:prSet presAssocID="{AC0EDD52-2047-4114-8E8F-467BBA8A4FCF}" presName="spaceBetweenRectangles" presStyleCnt="0"/>
      <dgm:spPr/>
    </dgm:pt>
    <dgm:pt modelId="{6E9B791A-2151-4218-A5A7-D2F59D1538B4}" type="pres">
      <dgm:prSet presAssocID="{C72D8982-4566-422C-8424-235C45EE2A32}" presName="parentLin" presStyleCnt="0"/>
      <dgm:spPr/>
    </dgm:pt>
    <dgm:pt modelId="{69513982-1C3D-46D5-BA3A-9037B459CCB0}" type="pres">
      <dgm:prSet presAssocID="{C72D8982-4566-422C-8424-235C45EE2A32}" presName="parentLeftMargin" presStyleLbl="node1" presStyleIdx="0" presStyleCnt="8"/>
      <dgm:spPr/>
    </dgm:pt>
    <dgm:pt modelId="{90758759-1BE7-41AD-B6B9-C68C099E5528}" type="pres">
      <dgm:prSet presAssocID="{C72D8982-4566-422C-8424-235C45EE2A32}" presName="parentText" presStyleLbl="node1" presStyleIdx="1" presStyleCnt="8">
        <dgm:presLayoutVars>
          <dgm:chMax val="0"/>
          <dgm:bulletEnabled val="1"/>
        </dgm:presLayoutVars>
      </dgm:prSet>
      <dgm:spPr/>
    </dgm:pt>
    <dgm:pt modelId="{15A06432-E7F3-435C-9C35-210511590C61}" type="pres">
      <dgm:prSet presAssocID="{C72D8982-4566-422C-8424-235C45EE2A32}" presName="negativeSpace" presStyleCnt="0"/>
      <dgm:spPr/>
    </dgm:pt>
    <dgm:pt modelId="{3BA98FA4-CAF2-4781-9FE4-2A79568F2E4F}" type="pres">
      <dgm:prSet presAssocID="{C72D8982-4566-422C-8424-235C45EE2A32}" presName="childText" presStyleLbl="conFgAcc1" presStyleIdx="1" presStyleCnt="8">
        <dgm:presLayoutVars>
          <dgm:bulletEnabled val="1"/>
        </dgm:presLayoutVars>
      </dgm:prSet>
      <dgm:spPr/>
    </dgm:pt>
    <dgm:pt modelId="{E0CB1008-DDD3-47C0-A20B-606F432747F2}" type="pres">
      <dgm:prSet presAssocID="{288D7CAA-7AB0-4EDA-BA45-5CA6923E287F}" presName="spaceBetweenRectangles" presStyleCnt="0"/>
      <dgm:spPr/>
    </dgm:pt>
    <dgm:pt modelId="{2BE5C9D0-ED52-4E88-960D-F375D09DD852}" type="pres">
      <dgm:prSet presAssocID="{F8753987-FD1F-43FE-98F2-AB8CC93127BA}" presName="parentLin" presStyleCnt="0"/>
      <dgm:spPr/>
    </dgm:pt>
    <dgm:pt modelId="{AC20FE2D-3FC3-4AA3-A758-F33ABC12D3E9}" type="pres">
      <dgm:prSet presAssocID="{F8753987-FD1F-43FE-98F2-AB8CC93127BA}" presName="parentLeftMargin" presStyleLbl="node1" presStyleIdx="1" presStyleCnt="8"/>
      <dgm:spPr/>
    </dgm:pt>
    <dgm:pt modelId="{4814F537-EFA1-4F1A-9CBC-FB0D70D01574}" type="pres">
      <dgm:prSet presAssocID="{F8753987-FD1F-43FE-98F2-AB8CC93127BA}" presName="parentText" presStyleLbl="node1" presStyleIdx="2" presStyleCnt="8">
        <dgm:presLayoutVars>
          <dgm:chMax val="0"/>
          <dgm:bulletEnabled val="1"/>
        </dgm:presLayoutVars>
      </dgm:prSet>
      <dgm:spPr/>
    </dgm:pt>
    <dgm:pt modelId="{8000799F-C4C4-4253-86F0-E7DE6D607D9C}" type="pres">
      <dgm:prSet presAssocID="{F8753987-FD1F-43FE-98F2-AB8CC93127BA}" presName="negativeSpace" presStyleCnt="0"/>
      <dgm:spPr/>
    </dgm:pt>
    <dgm:pt modelId="{45F6DBF3-A909-4942-85AA-2DD04FFA0CDF}" type="pres">
      <dgm:prSet presAssocID="{F8753987-FD1F-43FE-98F2-AB8CC93127BA}" presName="childText" presStyleLbl="conFgAcc1" presStyleIdx="2" presStyleCnt="8">
        <dgm:presLayoutVars>
          <dgm:bulletEnabled val="1"/>
        </dgm:presLayoutVars>
      </dgm:prSet>
      <dgm:spPr/>
    </dgm:pt>
    <dgm:pt modelId="{C44CB003-F7B8-4053-9161-684463C269C4}" type="pres">
      <dgm:prSet presAssocID="{165E4EB9-4361-4BAA-B78E-5CCD67A76380}" presName="spaceBetweenRectangles" presStyleCnt="0"/>
      <dgm:spPr/>
    </dgm:pt>
    <dgm:pt modelId="{E3CB520C-3A04-411F-A987-F7F0DB8FB08F}" type="pres">
      <dgm:prSet presAssocID="{4FAEE0E7-2E3C-4D71-A771-8C668F9F7B53}" presName="parentLin" presStyleCnt="0"/>
      <dgm:spPr/>
    </dgm:pt>
    <dgm:pt modelId="{17F1A351-5BF2-419D-BB5B-F230D01097B9}" type="pres">
      <dgm:prSet presAssocID="{4FAEE0E7-2E3C-4D71-A771-8C668F9F7B53}" presName="parentLeftMargin" presStyleLbl="node1" presStyleIdx="2" presStyleCnt="8"/>
      <dgm:spPr/>
    </dgm:pt>
    <dgm:pt modelId="{E4567DA8-856F-4460-8095-965A7326254B}" type="pres">
      <dgm:prSet presAssocID="{4FAEE0E7-2E3C-4D71-A771-8C668F9F7B53}" presName="parentText" presStyleLbl="node1" presStyleIdx="3" presStyleCnt="8">
        <dgm:presLayoutVars>
          <dgm:chMax val="0"/>
          <dgm:bulletEnabled val="1"/>
        </dgm:presLayoutVars>
      </dgm:prSet>
      <dgm:spPr/>
    </dgm:pt>
    <dgm:pt modelId="{AF20CCC6-912F-4C3F-B98B-FE5EC0E48A52}" type="pres">
      <dgm:prSet presAssocID="{4FAEE0E7-2E3C-4D71-A771-8C668F9F7B53}" presName="negativeSpace" presStyleCnt="0"/>
      <dgm:spPr/>
    </dgm:pt>
    <dgm:pt modelId="{A90EC0D5-DB2C-4939-BE5E-B962C2ABE0FB}" type="pres">
      <dgm:prSet presAssocID="{4FAEE0E7-2E3C-4D71-A771-8C668F9F7B53}" presName="childText" presStyleLbl="conFgAcc1" presStyleIdx="3" presStyleCnt="8">
        <dgm:presLayoutVars>
          <dgm:bulletEnabled val="1"/>
        </dgm:presLayoutVars>
      </dgm:prSet>
      <dgm:spPr/>
    </dgm:pt>
    <dgm:pt modelId="{E4451B49-82C4-4EF6-86E2-107198FA27DA}" type="pres">
      <dgm:prSet presAssocID="{46725C76-611A-465D-AD7C-FA1C2738FA15}" presName="spaceBetweenRectangles" presStyleCnt="0"/>
      <dgm:spPr/>
    </dgm:pt>
    <dgm:pt modelId="{99E1376C-2445-4CBF-923A-71E815F85B16}" type="pres">
      <dgm:prSet presAssocID="{4A74D183-8F4D-4A25-B0B7-27230499B0B1}" presName="parentLin" presStyleCnt="0"/>
      <dgm:spPr/>
    </dgm:pt>
    <dgm:pt modelId="{96F738A1-92EC-4D68-B2AA-73DB6B3A43C1}" type="pres">
      <dgm:prSet presAssocID="{4A74D183-8F4D-4A25-B0B7-27230499B0B1}" presName="parentLeftMargin" presStyleLbl="node1" presStyleIdx="3" presStyleCnt="8"/>
      <dgm:spPr/>
    </dgm:pt>
    <dgm:pt modelId="{E8C83C63-700A-4FF2-B4F2-8FDC8F2601E9}" type="pres">
      <dgm:prSet presAssocID="{4A74D183-8F4D-4A25-B0B7-27230499B0B1}" presName="parentText" presStyleLbl="node1" presStyleIdx="4" presStyleCnt="8">
        <dgm:presLayoutVars>
          <dgm:chMax val="0"/>
          <dgm:bulletEnabled val="1"/>
        </dgm:presLayoutVars>
      </dgm:prSet>
      <dgm:spPr/>
    </dgm:pt>
    <dgm:pt modelId="{D53F2B09-7F8D-4709-9DBA-BA533B986157}" type="pres">
      <dgm:prSet presAssocID="{4A74D183-8F4D-4A25-B0B7-27230499B0B1}" presName="negativeSpace" presStyleCnt="0"/>
      <dgm:spPr/>
    </dgm:pt>
    <dgm:pt modelId="{D21EFC96-688F-42D0-A15E-CB14A35AFCC1}" type="pres">
      <dgm:prSet presAssocID="{4A74D183-8F4D-4A25-B0B7-27230499B0B1}" presName="childText" presStyleLbl="conFgAcc1" presStyleIdx="4" presStyleCnt="8">
        <dgm:presLayoutVars>
          <dgm:bulletEnabled val="1"/>
        </dgm:presLayoutVars>
      </dgm:prSet>
      <dgm:spPr/>
    </dgm:pt>
    <dgm:pt modelId="{58714F96-8F53-4FFC-AAF6-C8A3D0752058}" type="pres">
      <dgm:prSet presAssocID="{5FEE0C64-676C-4727-8F49-73EA94C49385}" presName="spaceBetweenRectangles" presStyleCnt="0"/>
      <dgm:spPr/>
    </dgm:pt>
    <dgm:pt modelId="{557E43D2-DF8C-46F2-9B98-1AFEED2ECD0F}" type="pres">
      <dgm:prSet presAssocID="{971AF215-23C9-4F53-8771-25151FDC00CC}" presName="parentLin" presStyleCnt="0"/>
      <dgm:spPr/>
    </dgm:pt>
    <dgm:pt modelId="{E8A081C4-5BD4-4CBD-A2BC-99C9F8149F93}" type="pres">
      <dgm:prSet presAssocID="{971AF215-23C9-4F53-8771-25151FDC00CC}" presName="parentLeftMargin" presStyleLbl="node1" presStyleIdx="4" presStyleCnt="8"/>
      <dgm:spPr/>
    </dgm:pt>
    <dgm:pt modelId="{FDED6934-D3FB-4919-9D12-1A8FB783295A}" type="pres">
      <dgm:prSet presAssocID="{971AF215-23C9-4F53-8771-25151FDC00CC}" presName="parentText" presStyleLbl="node1" presStyleIdx="5" presStyleCnt="8">
        <dgm:presLayoutVars>
          <dgm:chMax val="0"/>
          <dgm:bulletEnabled val="1"/>
        </dgm:presLayoutVars>
      </dgm:prSet>
      <dgm:spPr/>
    </dgm:pt>
    <dgm:pt modelId="{8EFEB6CD-2369-4E8D-A323-9D53DC2B7556}" type="pres">
      <dgm:prSet presAssocID="{971AF215-23C9-4F53-8771-25151FDC00CC}" presName="negativeSpace" presStyleCnt="0"/>
      <dgm:spPr/>
    </dgm:pt>
    <dgm:pt modelId="{31219A7B-DCCE-469F-8AFD-0AA42DBC0A64}" type="pres">
      <dgm:prSet presAssocID="{971AF215-23C9-4F53-8771-25151FDC00CC}" presName="childText" presStyleLbl="conFgAcc1" presStyleIdx="5" presStyleCnt="8">
        <dgm:presLayoutVars>
          <dgm:bulletEnabled val="1"/>
        </dgm:presLayoutVars>
      </dgm:prSet>
      <dgm:spPr/>
    </dgm:pt>
    <dgm:pt modelId="{323D63ED-07B9-451A-BEDA-87E7FB585254}" type="pres">
      <dgm:prSet presAssocID="{18830E6E-0D60-4680-BAA0-6C6B2D814054}" presName="spaceBetweenRectangles" presStyleCnt="0"/>
      <dgm:spPr/>
    </dgm:pt>
    <dgm:pt modelId="{2563E485-C3C4-4084-BAC3-F7B485FB93CB}" type="pres">
      <dgm:prSet presAssocID="{FBE4F33F-6B46-4631-92ED-410C55AF988B}" presName="parentLin" presStyleCnt="0"/>
      <dgm:spPr/>
    </dgm:pt>
    <dgm:pt modelId="{9922545D-3636-41B6-B93D-D63611756807}" type="pres">
      <dgm:prSet presAssocID="{FBE4F33F-6B46-4631-92ED-410C55AF988B}" presName="parentLeftMargin" presStyleLbl="node1" presStyleIdx="5" presStyleCnt="8"/>
      <dgm:spPr/>
    </dgm:pt>
    <dgm:pt modelId="{03DDF2D2-2514-478A-841E-23C6161472F9}" type="pres">
      <dgm:prSet presAssocID="{FBE4F33F-6B46-4631-92ED-410C55AF988B}" presName="parentText" presStyleLbl="node1" presStyleIdx="6" presStyleCnt="8">
        <dgm:presLayoutVars>
          <dgm:chMax val="0"/>
          <dgm:bulletEnabled val="1"/>
        </dgm:presLayoutVars>
      </dgm:prSet>
      <dgm:spPr/>
    </dgm:pt>
    <dgm:pt modelId="{FBDD039C-C719-4131-976D-8BE7EC69814E}" type="pres">
      <dgm:prSet presAssocID="{FBE4F33F-6B46-4631-92ED-410C55AF988B}" presName="negativeSpace" presStyleCnt="0"/>
      <dgm:spPr/>
    </dgm:pt>
    <dgm:pt modelId="{CD68DFB1-47EE-49C0-9498-6D1122A49E64}" type="pres">
      <dgm:prSet presAssocID="{FBE4F33F-6B46-4631-92ED-410C55AF988B}" presName="childText" presStyleLbl="conFgAcc1" presStyleIdx="6" presStyleCnt="8">
        <dgm:presLayoutVars>
          <dgm:bulletEnabled val="1"/>
        </dgm:presLayoutVars>
      </dgm:prSet>
      <dgm:spPr/>
    </dgm:pt>
    <dgm:pt modelId="{FCCCB47B-00D0-4B9B-BC01-F629796890B7}" type="pres">
      <dgm:prSet presAssocID="{FF5F81C0-EC54-4823-A36C-6F6362DDC70E}" presName="spaceBetweenRectangles" presStyleCnt="0"/>
      <dgm:spPr/>
    </dgm:pt>
    <dgm:pt modelId="{7A2FABA1-2EA7-4438-B47C-AC880C2A433C}" type="pres">
      <dgm:prSet presAssocID="{20DDF29C-89C1-495B-9A5F-EE29BA55DC07}" presName="parentLin" presStyleCnt="0"/>
      <dgm:spPr/>
    </dgm:pt>
    <dgm:pt modelId="{E0664C31-6DDA-45DB-875A-1C0C38CADF0E}" type="pres">
      <dgm:prSet presAssocID="{20DDF29C-89C1-495B-9A5F-EE29BA55DC07}" presName="parentLeftMargin" presStyleLbl="node1" presStyleIdx="6" presStyleCnt="8"/>
      <dgm:spPr/>
    </dgm:pt>
    <dgm:pt modelId="{FBB4D423-AED1-4579-B2E2-9E44EB7D8121}" type="pres">
      <dgm:prSet presAssocID="{20DDF29C-89C1-495B-9A5F-EE29BA55DC07}" presName="parentText" presStyleLbl="node1" presStyleIdx="7" presStyleCnt="8">
        <dgm:presLayoutVars>
          <dgm:chMax val="0"/>
          <dgm:bulletEnabled val="1"/>
        </dgm:presLayoutVars>
      </dgm:prSet>
      <dgm:spPr/>
    </dgm:pt>
    <dgm:pt modelId="{F1F5423E-C23C-4BA8-8FA8-445571E12CE0}" type="pres">
      <dgm:prSet presAssocID="{20DDF29C-89C1-495B-9A5F-EE29BA55DC07}" presName="negativeSpace" presStyleCnt="0"/>
      <dgm:spPr/>
    </dgm:pt>
    <dgm:pt modelId="{1CB6EE33-2074-4521-8A0B-DB1E0A114FD6}" type="pres">
      <dgm:prSet presAssocID="{20DDF29C-89C1-495B-9A5F-EE29BA55DC07}" presName="childText" presStyleLbl="conFgAcc1" presStyleIdx="7" presStyleCnt="8">
        <dgm:presLayoutVars>
          <dgm:bulletEnabled val="1"/>
        </dgm:presLayoutVars>
      </dgm:prSet>
      <dgm:spPr/>
    </dgm:pt>
  </dgm:ptLst>
  <dgm:cxnLst>
    <dgm:cxn modelId="{6EE0760A-A06A-4A09-B823-623AAB190407}" type="presOf" srcId="{C72D8982-4566-422C-8424-235C45EE2A32}" destId="{90758759-1BE7-41AD-B6B9-C68C099E5528}" srcOrd="1" destOrd="0" presId="urn:microsoft.com/office/officeart/2005/8/layout/list1"/>
    <dgm:cxn modelId="{E6532118-7D4B-4F72-8ABA-9371C9918E18}" srcId="{2E01F44E-EA1E-4CE7-AC24-45ABB9542FD8}" destId="{20DDF29C-89C1-495B-9A5F-EE29BA55DC07}" srcOrd="7" destOrd="0" parTransId="{FF959934-4F7D-4F77-B193-3BD8842FDCB8}" sibTransId="{45269E44-1D45-412C-B7F4-C74A41859B0B}"/>
    <dgm:cxn modelId="{9175CC1D-5962-4B4A-83E2-42E0609E25BE}" srcId="{2E01F44E-EA1E-4CE7-AC24-45ABB9542FD8}" destId="{4FAEE0E7-2E3C-4D71-A771-8C668F9F7B53}" srcOrd="3" destOrd="0" parTransId="{EC55F01B-0A49-4CFE-A1A1-D66AF8A01822}" sibTransId="{46725C76-611A-465D-AD7C-FA1C2738FA15}"/>
    <dgm:cxn modelId="{CD77F526-CF39-43F3-AA31-1E29FD227925}" srcId="{2E01F44E-EA1E-4CE7-AC24-45ABB9542FD8}" destId="{E2B03FC2-B8A3-4605-B93C-BF321B76C8DD}" srcOrd="0" destOrd="0" parTransId="{A0D51777-A9FD-4D7F-81D9-33A57DBADA6C}" sibTransId="{AC0EDD52-2047-4114-8E8F-467BBA8A4FCF}"/>
    <dgm:cxn modelId="{0C7EAB29-3B32-42FC-A026-2C5CDAF4E0F9}" srcId="{2E01F44E-EA1E-4CE7-AC24-45ABB9542FD8}" destId="{FBE4F33F-6B46-4631-92ED-410C55AF988B}" srcOrd="6" destOrd="0" parTransId="{4B795954-B4E6-40D6-B18A-3C3460D81FCD}" sibTransId="{FF5F81C0-EC54-4823-A36C-6F6362DDC70E}"/>
    <dgm:cxn modelId="{8FA97A4A-DC0F-4982-9A06-4761EE414F72}" type="presOf" srcId="{971AF215-23C9-4F53-8771-25151FDC00CC}" destId="{FDED6934-D3FB-4919-9D12-1A8FB783295A}" srcOrd="1" destOrd="0" presId="urn:microsoft.com/office/officeart/2005/8/layout/list1"/>
    <dgm:cxn modelId="{4E7D9871-F2AB-41D3-9AE1-95940AD59CFF}" srcId="{2E01F44E-EA1E-4CE7-AC24-45ABB9542FD8}" destId="{C72D8982-4566-422C-8424-235C45EE2A32}" srcOrd="1" destOrd="0" parTransId="{6032191C-76AD-4D5B-8FD8-21D8C2D3FC9D}" sibTransId="{288D7CAA-7AB0-4EDA-BA45-5CA6923E287F}"/>
    <dgm:cxn modelId="{F6D58A76-8410-4A6C-8BD1-A286BC047E79}" type="presOf" srcId="{2E01F44E-EA1E-4CE7-AC24-45ABB9542FD8}" destId="{B7187111-6F2C-41B6-A9B3-78064BF4ACC1}" srcOrd="0" destOrd="0" presId="urn:microsoft.com/office/officeart/2005/8/layout/list1"/>
    <dgm:cxn modelId="{C73D0880-41C4-4F04-B6D3-8AAFE3BE72EF}" type="presOf" srcId="{971AF215-23C9-4F53-8771-25151FDC00CC}" destId="{E8A081C4-5BD4-4CBD-A2BC-99C9F8149F93}" srcOrd="0" destOrd="0" presId="urn:microsoft.com/office/officeart/2005/8/layout/list1"/>
    <dgm:cxn modelId="{BED8A882-0C0A-4B00-AB1F-087131095B1F}" type="presOf" srcId="{C72D8982-4566-422C-8424-235C45EE2A32}" destId="{69513982-1C3D-46D5-BA3A-9037B459CCB0}" srcOrd="0" destOrd="0" presId="urn:microsoft.com/office/officeart/2005/8/layout/list1"/>
    <dgm:cxn modelId="{BFBE0691-A557-4D00-96C9-C98A2FA47F07}" type="presOf" srcId="{4FAEE0E7-2E3C-4D71-A771-8C668F9F7B53}" destId="{17F1A351-5BF2-419D-BB5B-F230D01097B9}" srcOrd="0" destOrd="0" presId="urn:microsoft.com/office/officeart/2005/8/layout/list1"/>
    <dgm:cxn modelId="{610C13A1-5345-4085-ACFD-67748789A4E4}" type="presOf" srcId="{4A74D183-8F4D-4A25-B0B7-27230499B0B1}" destId="{E8C83C63-700A-4FF2-B4F2-8FDC8F2601E9}" srcOrd="1" destOrd="0" presId="urn:microsoft.com/office/officeart/2005/8/layout/list1"/>
    <dgm:cxn modelId="{555C0AA9-8D06-47DF-94F5-A7A93C2204CE}" type="presOf" srcId="{20DDF29C-89C1-495B-9A5F-EE29BA55DC07}" destId="{E0664C31-6DDA-45DB-875A-1C0C38CADF0E}" srcOrd="0" destOrd="0" presId="urn:microsoft.com/office/officeart/2005/8/layout/list1"/>
    <dgm:cxn modelId="{E0A3E8A9-4D15-4B98-854C-049F1C32A866}" type="presOf" srcId="{E2B03FC2-B8A3-4605-B93C-BF321B76C8DD}" destId="{D11875CD-09E1-4476-91D5-1ED44C29EB68}" srcOrd="1" destOrd="0" presId="urn:microsoft.com/office/officeart/2005/8/layout/list1"/>
    <dgm:cxn modelId="{9340B3B4-0D8D-4EF6-9621-B8700E4F8512}" srcId="{2E01F44E-EA1E-4CE7-AC24-45ABB9542FD8}" destId="{4A74D183-8F4D-4A25-B0B7-27230499B0B1}" srcOrd="4" destOrd="0" parTransId="{930DFAA5-B734-428F-BF8B-B3CF247B5A8E}" sibTransId="{5FEE0C64-676C-4727-8F49-73EA94C49385}"/>
    <dgm:cxn modelId="{364661B8-3A25-4DAD-ADFC-262EAA5DE4C2}" srcId="{2E01F44E-EA1E-4CE7-AC24-45ABB9542FD8}" destId="{F8753987-FD1F-43FE-98F2-AB8CC93127BA}" srcOrd="2" destOrd="0" parTransId="{A42FF5AB-308D-4616-8440-6B9121D1E9BA}" sibTransId="{165E4EB9-4361-4BAA-B78E-5CCD67A76380}"/>
    <dgm:cxn modelId="{55A95ABD-47F8-4ADF-8A26-54C357D28E44}" type="presOf" srcId="{FBE4F33F-6B46-4631-92ED-410C55AF988B}" destId="{03DDF2D2-2514-478A-841E-23C6161472F9}" srcOrd="1" destOrd="0" presId="urn:microsoft.com/office/officeart/2005/8/layout/list1"/>
    <dgm:cxn modelId="{711CCEC5-E67A-475E-BB69-2331AFD113A1}" type="presOf" srcId="{F8753987-FD1F-43FE-98F2-AB8CC93127BA}" destId="{4814F537-EFA1-4F1A-9CBC-FB0D70D01574}" srcOrd="1" destOrd="0" presId="urn:microsoft.com/office/officeart/2005/8/layout/list1"/>
    <dgm:cxn modelId="{041178D4-9C0D-438C-B243-F6AC76EC1987}" type="presOf" srcId="{4A74D183-8F4D-4A25-B0B7-27230499B0B1}" destId="{96F738A1-92EC-4D68-B2AA-73DB6B3A43C1}" srcOrd="0" destOrd="0" presId="urn:microsoft.com/office/officeart/2005/8/layout/list1"/>
    <dgm:cxn modelId="{89EFFEE0-B27C-493A-A32B-C8EBE9A0ECDD}" type="presOf" srcId="{FBE4F33F-6B46-4631-92ED-410C55AF988B}" destId="{9922545D-3636-41B6-B93D-D63611756807}" srcOrd="0" destOrd="0" presId="urn:microsoft.com/office/officeart/2005/8/layout/list1"/>
    <dgm:cxn modelId="{40BFEEE7-65FB-4139-9CA6-CD9CD7C0471C}" type="presOf" srcId="{E2B03FC2-B8A3-4605-B93C-BF321B76C8DD}" destId="{704AA4A3-75E7-4199-B62C-6AAA30A5E715}" srcOrd="0" destOrd="0" presId="urn:microsoft.com/office/officeart/2005/8/layout/list1"/>
    <dgm:cxn modelId="{72E019F1-CCCF-4431-AE13-BF66E0B32F7C}" type="presOf" srcId="{20DDF29C-89C1-495B-9A5F-EE29BA55DC07}" destId="{FBB4D423-AED1-4579-B2E2-9E44EB7D8121}" srcOrd="1" destOrd="0" presId="urn:microsoft.com/office/officeart/2005/8/layout/list1"/>
    <dgm:cxn modelId="{FFD60CF4-94B4-4AD3-A9CD-834B88C4DB3C}" type="presOf" srcId="{4FAEE0E7-2E3C-4D71-A771-8C668F9F7B53}" destId="{E4567DA8-856F-4460-8095-965A7326254B}" srcOrd="1" destOrd="0" presId="urn:microsoft.com/office/officeart/2005/8/layout/list1"/>
    <dgm:cxn modelId="{E4EC96F6-FFCD-49F7-AB28-3673F94DCE0A}" srcId="{2E01F44E-EA1E-4CE7-AC24-45ABB9542FD8}" destId="{971AF215-23C9-4F53-8771-25151FDC00CC}" srcOrd="5" destOrd="0" parTransId="{CFF28427-74DD-49AB-BA22-2187F24F1126}" sibTransId="{18830E6E-0D60-4680-BAA0-6C6B2D814054}"/>
    <dgm:cxn modelId="{43A02EFC-6980-411C-9556-D2DFE2DE6398}" type="presOf" srcId="{F8753987-FD1F-43FE-98F2-AB8CC93127BA}" destId="{AC20FE2D-3FC3-4AA3-A758-F33ABC12D3E9}" srcOrd="0" destOrd="0" presId="urn:microsoft.com/office/officeart/2005/8/layout/list1"/>
    <dgm:cxn modelId="{869AC06A-9DDF-48B5-B6E0-B9D2B5509792}" type="presParOf" srcId="{B7187111-6F2C-41B6-A9B3-78064BF4ACC1}" destId="{3CFB8BD9-A75A-4871-976A-A85D0565EE51}" srcOrd="0" destOrd="0" presId="urn:microsoft.com/office/officeart/2005/8/layout/list1"/>
    <dgm:cxn modelId="{C9C63273-60C6-465F-8D89-B6E5FB749E45}" type="presParOf" srcId="{3CFB8BD9-A75A-4871-976A-A85D0565EE51}" destId="{704AA4A3-75E7-4199-B62C-6AAA30A5E715}" srcOrd="0" destOrd="0" presId="urn:microsoft.com/office/officeart/2005/8/layout/list1"/>
    <dgm:cxn modelId="{247363D0-07FB-456F-BC03-3E6AF0D67AAF}" type="presParOf" srcId="{3CFB8BD9-A75A-4871-976A-A85D0565EE51}" destId="{D11875CD-09E1-4476-91D5-1ED44C29EB68}" srcOrd="1" destOrd="0" presId="urn:microsoft.com/office/officeart/2005/8/layout/list1"/>
    <dgm:cxn modelId="{4CAD3D26-5283-4375-B5A7-E75D01C1B1C2}" type="presParOf" srcId="{B7187111-6F2C-41B6-A9B3-78064BF4ACC1}" destId="{CB8F2BF1-F907-48B3-A995-5936F9DE4DD5}" srcOrd="1" destOrd="0" presId="urn:microsoft.com/office/officeart/2005/8/layout/list1"/>
    <dgm:cxn modelId="{5A4EC1D2-3935-409E-A8E0-078CA866330B}" type="presParOf" srcId="{B7187111-6F2C-41B6-A9B3-78064BF4ACC1}" destId="{F29359AF-990D-43BF-85BB-8A39E5CF4E63}" srcOrd="2" destOrd="0" presId="urn:microsoft.com/office/officeart/2005/8/layout/list1"/>
    <dgm:cxn modelId="{4C87D77E-9E41-446F-875A-8FC5359CD590}" type="presParOf" srcId="{B7187111-6F2C-41B6-A9B3-78064BF4ACC1}" destId="{E31F0665-F296-471F-80B1-5BA102CF834E}" srcOrd="3" destOrd="0" presId="urn:microsoft.com/office/officeart/2005/8/layout/list1"/>
    <dgm:cxn modelId="{3EF5E72E-69D6-4C44-A36B-2894E8A8B4D0}" type="presParOf" srcId="{B7187111-6F2C-41B6-A9B3-78064BF4ACC1}" destId="{6E9B791A-2151-4218-A5A7-D2F59D1538B4}" srcOrd="4" destOrd="0" presId="urn:microsoft.com/office/officeart/2005/8/layout/list1"/>
    <dgm:cxn modelId="{3D4C0AC2-73BE-493E-AF6D-637C158A7ABB}" type="presParOf" srcId="{6E9B791A-2151-4218-A5A7-D2F59D1538B4}" destId="{69513982-1C3D-46D5-BA3A-9037B459CCB0}" srcOrd="0" destOrd="0" presId="urn:microsoft.com/office/officeart/2005/8/layout/list1"/>
    <dgm:cxn modelId="{76E0D95F-F026-46AA-AEB6-47D02B0D7FA0}" type="presParOf" srcId="{6E9B791A-2151-4218-A5A7-D2F59D1538B4}" destId="{90758759-1BE7-41AD-B6B9-C68C099E5528}" srcOrd="1" destOrd="0" presId="urn:microsoft.com/office/officeart/2005/8/layout/list1"/>
    <dgm:cxn modelId="{6AFC2B56-DAF9-4F39-9C87-2D303334BE32}" type="presParOf" srcId="{B7187111-6F2C-41B6-A9B3-78064BF4ACC1}" destId="{15A06432-E7F3-435C-9C35-210511590C61}" srcOrd="5" destOrd="0" presId="urn:microsoft.com/office/officeart/2005/8/layout/list1"/>
    <dgm:cxn modelId="{05C99998-4EEF-4154-AB15-06FC84EB56E8}" type="presParOf" srcId="{B7187111-6F2C-41B6-A9B3-78064BF4ACC1}" destId="{3BA98FA4-CAF2-4781-9FE4-2A79568F2E4F}" srcOrd="6" destOrd="0" presId="urn:microsoft.com/office/officeart/2005/8/layout/list1"/>
    <dgm:cxn modelId="{3441C470-271F-4FC7-8719-1F073AE0B5A2}" type="presParOf" srcId="{B7187111-6F2C-41B6-A9B3-78064BF4ACC1}" destId="{E0CB1008-DDD3-47C0-A20B-606F432747F2}" srcOrd="7" destOrd="0" presId="urn:microsoft.com/office/officeart/2005/8/layout/list1"/>
    <dgm:cxn modelId="{5D2560E2-6B9D-41B8-9688-2CD611407210}" type="presParOf" srcId="{B7187111-6F2C-41B6-A9B3-78064BF4ACC1}" destId="{2BE5C9D0-ED52-4E88-960D-F375D09DD852}" srcOrd="8" destOrd="0" presId="urn:microsoft.com/office/officeart/2005/8/layout/list1"/>
    <dgm:cxn modelId="{CD16E2A8-DB04-497E-9DC8-99C688B477B6}" type="presParOf" srcId="{2BE5C9D0-ED52-4E88-960D-F375D09DD852}" destId="{AC20FE2D-3FC3-4AA3-A758-F33ABC12D3E9}" srcOrd="0" destOrd="0" presId="urn:microsoft.com/office/officeart/2005/8/layout/list1"/>
    <dgm:cxn modelId="{D6189067-D120-43C7-ABCD-8A8FE8D1DA3E}" type="presParOf" srcId="{2BE5C9D0-ED52-4E88-960D-F375D09DD852}" destId="{4814F537-EFA1-4F1A-9CBC-FB0D70D01574}" srcOrd="1" destOrd="0" presId="urn:microsoft.com/office/officeart/2005/8/layout/list1"/>
    <dgm:cxn modelId="{BCC2F6EF-0BD8-46DE-89E6-FC361F72C363}" type="presParOf" srcId="{B7187111-6F2C-41B6-A9B3-78064BF4ACC1}" destId="{8000799F-C4C4-4253-86F0-E7DE6D607D9C}" srcOrd="9" destOrd="0" presId="urn:microsoft.com/office/officeart/2005/8/layout/list1"/>
    <dgm:cxn modelId="{582CEB48-9876-4A84-AD6A-33739891F79B}" type="presParOf" srcId="{B7187111-6F2C-41B6-A9B3-78064BF4ACC1}" destId="{45F6DBF3-A909-4942-85AA-2DD04FFA0CDF}" srcOrd="10" destOrd="0" presId="urn:microsoft.com/office/officeart/2005/8/layout/list1"/>
    <dgm:cxn modelId="{BF0B3613-B261-4BA1-8389-B546F4EB9709}" type="presParOf" srcId="{B7187111-6F2C-41B6-A9B3-78064BF4ACC1}" destId="{C44CB003-F7B8-4053-9161-684463C269C4}" srcOrd="11" destOrd="0" presId="urn:microsoft.com/office/officeart/2005/8/layout/list1"/>
    <dgm:cxn modelId="{E3800559-947E-4DD5-B56A-F3EDBDCF30B7}" type="presParOf" srcId="{B7187111-6F2C-41B6-A9B3-78064BF4ACC1}" destId="{E3CB520C-3A04-411F-A987-F7F0DB8FB08F}" srcOrd="12" destOrd="0" presId="urn:microsoft.com/office/officeart/2005/8/layout/list1"/>
    <dgm:cxn modelId="{0D2B91F0-F7BA-4438-98A7-19B8626F5B30}" type="presParOf" srcId="{E3CB520C-3A04-411F-A987-F7F0DB8FB08F}" destId="{17F1A351-5BF2-419D-BB5B-F230D01097B9}" srcOrd="0" destOrd="0" presId="urn:microsoft.com/office/officeart/2005/8/layout/list1"/>
    <dgm:cxn modelId="{91222AE9-4D5B-40D5-9360-0340DC705990}" type="presParOf" srcId="{E3CB520C-3A04-411F-A987-F7F0DB8FB08F}" destId="{E4567DA8-856F-4460-8095-965A7326254B}" srcOrd="1" destOrd="0" presId="urn:microsoft.com/office/officeart/2005/8/layout/list1"/>
    <dgm:cxn modelId="{A7C3D731-7C74-436D-8E13-642504647531}" type="presParOf" srcId="{B7187111-6F2C-41B6-A9B3-78064BF4ACC1}" destId="{AF20CCC6-912F-4C3F-B98B-FE5EC0E48A52}" srcOrd="13" destOrd="0" presId="urn:microsoft.com/office/officeart/2005/8/layout/list1"/>
    <dgm:cxn modelId="{A707544C-78FD-420E-874F-C97FA6096F93}" type="presParOf" srcId="{B7187111-6F2C-41B6-A9B3-78064BF4ACC1}" destId="{A90EC0D5-DB2C-4939-BE5E-B962C2ABE0FB}" srcOrd="14" destOrd="0" presId="urn:microsoft.com/office/officeart/2005/8/layout/list1"/>
    <dgm:cxn modelId="{DD4F2539-EDAF-4A20-B89D-ED9BA65077F2}" type="presParOf" srcId="{B7187111-6F2C-41B6-A9B3-78064BF4ACC1}" destId="{E4451B49-82C4-4EF6-86E2-107198FA27DA}" srcOrd="15" destOrd="0" presId="urn:microsoft.com/office/officeart/2005/8/layout/list1"/>
    <dgm:cxn modelId="{F1A27883-8D5B-48DE-BE66-D7DF2C64E096}" type="presParOf" srcId="{B7187111-6F2C-41B6-A9B3-78064BF4ACC1}" destId="{99E1376C-2445-4CBF-923A-71E815F85B16}" srcOrd="16" destOrd="0" presId="urn:microsoft.com/office/officeart/2005/8/layout/list1"/>
    <dgm:cxn modelId="{03FC89F7-81A2-4713-BC9F-CA6DFFA686CF}" type="presParOf" srcId="{99E1376C-2445-4CBF-923A-71E815F85B16}" destId="{96F738A1-92EC-4D68-B2AA-73DB6B3A43C1}" srcOrd="0" destOrd="0" presId="urn:microsoft.com/office/officeart/2005/8/layout/list1"/>
    <dgm:cxn modelId="{CB827D18-9979-401B-9D64-39FC32BA3E32}" type="presParOf" srcId="{99E1376C-2445-4CBF-923A-71E815F85B16}" destId="{E8C83C63-700A-4FF2-B4F2-8FDC8F2601E9}" srcOrd="1" destOrd="0" presId="urn:microsoft.com/office/officeart/2005/8/layout/list1"/>
    <dgm:cxn modelId="{EEC0F160-BDD0-40C3-8DB1-90A63C5B2E58}" type="presParOf" srcId="{B7187111-6F2C-41B6-A9B3-78064BF4ACC1}" destId="{D53F2B09-7F8D-4709-9DBA-BA533B986157}" srcOrd="17" destOrd="0" presId="urn:microsoft.com/office/officeart/2005/8/layout/list1"/>
    <dgm:cxn modelId="{A0F90F58-4319-42EE-9B15-9F51F50FAF45}" type="presParOf" srcId="{B7187111-6F2C-41B6-A9B3-78064BF4ACC1}" destId="{D21EFC96-688F-42D0-A15E-CB14A35AFCC1}" srcOrd="18" destOrd="0" presId="urn:microsoft.com/office/officeart/2005/8/layout/list1"/>
    <dgm:cxn modelId="{49D5E7A4-9E5E-4579-92DC-4772F15A3DA5}" type="presParOf" srcId="{B7187111-6F2C-41B6-A9B3-78064BF4ACC1}" destId="{58714F96-8F53-4FFC-AAF6-C8A3D0752058}" srcOrd="19" destOrd="0" presId="urn:microsoft.com/office/officeart/2005/8/layout/list1"/>
    <dgm:cxn modelId="{7708B7CC-505A-4E61-AF6A-237D923E4990}" type="presParOf" srcId="{B7187111-6F2C-41B6-A9B3-78064BF4ACC1}" destId="{557E43D2-DF8C-46F2-9B98-1AFEED2ECD0F}" srcOrd="20" destOrd="0" presId="urn:microsoft.com/office/officeart/2005/8/layout/list1"/>
    <dgm:cxn modelId="{900E3927-2F51-4B09-9993-0C324A3E2F30}" type="presParOf" srcId="{557E43D2-DF8C-46F2-9B98-1AFEED2ECD0F}" destId="{E8A081C4-5BD4-4CBD-A2BC-99C9F8149F93}" srcOrd="0" destOrd="0" presId="urn:microsoft.com/office/officeart/2005/8/layout/list1"/>
    <dgm:cxn modelId="{C90F6C4E-F600-4311-A1F0-E93603ED0150}" type="presParOf" srcId="{557E43D2-DF8C-46F2-9B98-1AFEED2ECD0F}" destId="{FDED6934-D3FB-4919-9D12-1A8FB783295A}" srcOrd="1" destOrd="0" presId="urn:microsoft.com/office/officeart/2005/8/layout/list1"/>
    <dgm:cxn modelId="{728D181C-017A-4E8E-88C6-DEFBB8D6903B}" type="presParOf" srcId="{B7187111-6F2C-41B6-A9B3-78064BF4ACC1}" destId="{8EFEB6CD-2369-4E8D-A323-9D53DC2B7556}" srcOrd="21" destOrd="0" presId="urn:microsoft.com/office/officeart/2005/8/layout/list1"/>
    <dgm:cxn modelId="{B7CD1116-AC20-49AD-A00A-45D6EDB47E8B}" type="presParOf" srcId="{B7187111-6F2C-41B6-A9B3-78064BF4ACC1}" destId="{31219A7B-DCCE-469F-8AFD-0AA42DBC0A64}" srcOrd="22" destOrd="0" presId="urn:microsoft.com/office/officeart/2005/8/layout/list1"/>
    <dgm:cxn modelId="{60361123-1F59-4947-9677-EA6AEC37A053}" type="presParOf" srcId="{B7187111-6F2C-41B6-A9B3-78064BF4ACC1}" destId="{323D63ED-07B9-451A-BEDA-87E7FB585254}" srcOrd="23" destOrd="0" presId="urn:microsoft.com/office/officeart/2005/8/layout/list1"/>
    <dgm:cxn modelId="{B250F89E-A923-4993-9828-B45106B23763}" type="presParOf" srcId="{B7187111-6F2C-41B6-A9B3-78064BF4ACC1}" destId="{2563E485-C3C4-4084-BAC3-F7B485FB93CB}" srcOrd="24" destOrd="0" presId="urn:microsoft.com/office/officeart/2005/8/layout/list1"/>
    <dgm:cxn modelId="{1EC101D2-2BD1-4DF2-8123-7E4EF94DEB98}" type="presParOf" srcId="{2563E485-C3C4-4084-BAC3-F7B485FB93CB}" destId="{9922545D-3636-41B6-B93D-D63611756807}" srcOrd="0" destOrd="0" presId="urn:microsoft.com/office/officeart/2005/8/layout/list1"/>
    <dgm:cxn modelId="{E083E561-B6E3-4247-8C8E-510348546B83}" type="presParOf" srcId="{2563E485-C3C4-4084-BAC3-F7B485FB93CB}" destId="{03DDF2D2-2514-478A-841E-23C6161472F9}" srcOrd="1" destOrd="0" presId="urn:microsoft.com/office/officeart/2005/8/layout/list1"/>
    <dgm:cxn modelId="{C061FC5D-330C-4379-B4D7-7AD917684782}" type="presParOf" srcId="{B7187111-6F2C-41B6-A9B3-78064BF4ACC1}" destId="{FBDD039C-C719-4131-976D-8BE7EC69814E}" srcOrd="25" destOrd="0" presId="urn:microsoft.com/office/officeart/2005/8/layout/list1"/>
    <dgm:cxn modelId="{86562A26-27E9-421E-A0BD-3F20E6D15C04}" type="presParOf" srcId="{B7187111-6F2C-41B6-A9B3-78064BF4ACC1}" destId="{CD68DFB1-47EE-49C0-9498-6D1122A49E64}" srcOrd="26" destOrd="0" presId="urn:microsoft.com/office/officeart/2005/8/layout/list1"/>
    <dgm:cxn modelId="{A2C41E63-98D1-42C0-A8F9-8C7408F40EE0}" type="presParOf" srcId="{B7187111-6F2C-41B6-A9B3-78064BF4ACC1}" destId="{FCCCB47B-00D0-4B9B-BC01-F629796890B7}" srcOrd="27" destOrd="0" presId="urn:microsoft.com/office/officeart/2005/8/layout/list1"/>
    <dgm:cxn modelId="{34E60217-39CC-44D3-950A-F900EFBE1363}" type="presParOf" srcId="{B7187111-6F2C-41B6-A9B3-78064BF4ACC1}" destId="{7A2FABA1-2EA7-4438-B47C-AC880C2A433C}" srcOrd="28" destOrd="0" presId="urn:microsoft.com/office/officeart/2005/8/layout/list1"/>
    <dgm:cxn modelId="{5BE47EA4-5F57-4A4C-931C-E36C81CF0079}" type="presParOf" srcId="{7A2FABA1-2EA7-4438-B47C-AC880C2A433C}" destId="{E0664C31-6DDA-45DB-875A-1C0C38CADF0E}" srcOrd="0" destOrd="0" presId="urn:microsoft.com/office/officeart/2005/8/layout/list1"/>
    <dgm:cxn modelId="{17ADCFD3-A3F6-4185-9B95-C1751A9E14CA}" type="presParOf" srcId="{7A2FABA1-2EA7-4438-B47C-AC880C2A433C}" destId="{FBB4D423-AED1-4579-B2E2-9E44EB7D8121}" srcOrd="1" destOrd="0" presId="urn:microsoft.com/office/officeart/2005/8/layout/list1"/>
    <dgm:cxn modelId="{F9219F3B-E1C7-4782-9817-B1503B466D24}" type="presParOf" srcId="{B7187111-6F2C-41B6-A9B3-78064BF4ACC1}" destId="{F1F5423E-C23C-4BA8-8FA8-445571E12CE0}" srcOrd="29" destOrd="0" presId="urn:microsoft.com/office/officeart/2005/8/layout/list1"/>
    <dgm:cxn modelId="{175F9385-F37A-49A3-B7B4-36077561A642}" type="presParOf" srcId="{B7187111-6F2C-41B6-A9B3-78064BF4ACC1}" destId="{1CB6EE33-2074-4521-8A0B-DB1E0A114FD6}" srcOrd="3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B410885-AD1B-48FD-B8E3-72D1A5B09370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F945CB4E-4294-43B7-9D2F-6E1E9E9FE39F}">
      <dgm:prSet/>
      <dgm:spPr/>
      <dgm:t>
        <a:bodyPr/>
        <a:lstStyle/>
        <a:p>
          <a:r>
            <a:rPr lang="es-ES" b="1" dirty="0"/>
            <a:t>ENTERPRISE</a:t>
          </a:r>
          <a:r>
            <a:rPr lang="es-ES" dirty="0"/>
            <a:t> </a:t>
          </a:r>
          <a:endParaRPr lang="es-AR" dirty="0"/>
        </a:p>
      </dgm:t>
    </dgm:pt>
    <dgm:pt modelId="{A2A8AF09-C1FA-45DE-AD4E-8C71653DE932}" type="parTrans" cxnId="{1630881A-CA25-41E3-9EBF-C71F04B1A718}">
      <dgm:prSet/>
      <dgm:spPr/>
      <dgm:t>
        <a:bodyPr/>
        <a:lstStyle/>
        <a:p>
          <a:endParaRPr lang="es-AR"/>
        </a:p>
      </dgm:t>
    </dgm:pt>
    <dgm:pt modelId="{DB477F51-F063-4C04-AD3B-408E376CB832}" type="sibTrans" cxnId="{1630881A-CA25-41E3-9EBF-C71F04B1A718}">
      <dgm:prSet/>
      <dgm:spPr/>
      <dgm:t>
        <a:bodyPr/>
        <a:lstStyle/>
        <a:p>
          <a:endParaRPr lang="es-AR"/>
        </a:p>
      </dgm:t>
    </dgm:pt>
    <dgm:pt modelId="{753D2A68-C58A-4551-A8C3-2408A42A7EE7}">
      <dgm:prSet/>
      <dgm:spPr/>
      <dgm:t>
        <a:bodyPr/>
        <a:lstStyle/>
        <a:p>
          <a:r>
            <a:rPr lang="es-ES" b="1" dirty="0"/>
            <a:t>SISTEMA</a:t>
          </a:r>
          <a:endParaRPr lang="es-AR" dirty="0"/>
        </a:p>
      </dgm:t>
    </dgm:pt>
    <dgm:pt modelId="{F8C96868-8558-42E3-B32A-102CBD16000B}" type="parTrans" cxnId="{EEBF92CD-74E7-4FCC-9F63-7E60A87F898C}">
      <dgm:prSet/>
      <dgm:spPr/>
      <dgm:t>
        <a:bodyPr/>
        <a:lstStyle/>
        <a:p>
          <a:endParaRPr lang="es-AR"/>
        </a:p>
      </dgm:t>
    </dgm:pt>
    <dgm:pt modelId="{DA5F216B-3993-4BAE-B92B-DC71CC56DD44}" type="sibTrans" cxnId="{EEBF92CD-74E7-4FCC-9F63-7E60A87F898C}">
      <dgm:prSet/>
      <dgm:spPr/>
      <dgm:t>
        <a:bodyPr/>
        <a:lstStyle/>
        <a:p>
          <a:endParaRPr lang="es-AR"/>
        </a:p>
      </dgm:t>
    </dgm:pt>
    <dgm:pt modelId="{4E80BC22-264E-4C59-AA08-DF8874FCB720}">
      <dgm:prSet/>
      <dgm:spPr/>
      <dgm:t>
        <a:bodyPr/>
        <a:lstStyle/>
        <a:p>
          <a:r>
            <a:rPr lang="es-ES" b="1" dirty="0"/>
            <a:t>SOFTWARE</a:t>
          </a:r>
          <a:endParaRPr lang="es-AR" dirty="0"/>
        </a:p>
      </dgm:t>
    </dgm:pt>
    <dgm:pt modelId="{DB39CB3F-3049-48C2-BE73-A09DF4239299}" type="parTrans" cxnId="{43B8E9AC-CBAB-4626-A522-B61025FD4D02}">
      <dgm:prSet/>
      <dgm:spPr/>
      <dgm:t>
        <a:bodyPr/>
        <a:lstStyle/>
        <a:p>
          <a:endParaRPr lang="es-AR"/>
        </a:p>
      </dgm:t>
    </dgm:pt>
    <dgm:pt modelId="{D43F5883-495F-430F-97D9-47068D8106F7}" type="sibTrans" cxnId="{43B8E9AC-CBAB-4626-A522-B61025FD4D02}">
      <dgm:prSet/>
      <dgm:spPr/>
      <dgm:t>
        <a:bodyPr/>
        <a:lstStyle/>
        <a:p>
          <a:endParaRPr lang="es-AR"/>
        </a:p>
      </dgm:t>
    </dgm:pt>
    <dgm:pt modelId="{FF62496B-E1F8-4540-8821-6A6B9D17558B}">
      <dgm:prSet/>
      <dgm:spPr/>
      <dgm:t>
        <a:bodyPr/>
        <a:lstStyle/>
        <a:p>
          <a:r>
            <a:rPr lang="es-ES" dirty="0"/>
            <a:t>Define la estrategia tecnológica y de negocio de la organización para el desarrollo de sus sistemas. </a:t>
          </a:r>
          <a:endParaRPr lang="es-AR" dirty="0"/>
        </a:p>
      </dgm:t>
    </dgm:pt>
    <dgm:pt modelId="{D9F31CAD-FCC0-4103-9898-6BB400E4E242}" type="parTrans" cxnId="{6EBA1492-864A-4E71-B20B-E6D8FBE88101}">
      <dgm:prSet/>
      <dgm:spPr/>
      <dgm:t>
        <a:bodyPr/>
        <a:lstStyle/>
        <a:p>
          <a:endParaRPr lang="es-AR"/>
        </a:p>
      </dgm:t>
    </dgm:pt>
    <dgm:pt modelId="{D5117907-DCD7-469C-8F00-3AE179802D12}" type="sibTrans" cxnId="{6EBA1492-864A-4E71-B20B-E6D8FBE88101}">
      <dgm:prSet/>
      <dgm:spPr/>
      <dgm:t>
        <a:bodyPr/>
        <a:lstStyle/>
        <a:p>
          <a:endParaRPr lang="es-AR"/>
        </a:p>
      </dgm:t>
    </dgm:pt>
    <dgm:pt modelId="{18363AC4-591B-424D-BC10-DD68C181A708}">
      <dgm:prSet/>
      <dgm:spPr/>
      <dgm:t>
        <a:bodyPr/>
        <a:lstStyle/>
        <a:p>
          <a:r>
            <a:rPr lang="es-ES" dirty="0"/>
            <a:t>Arquitectura de software e infraestructura. </a:t>
          </a:r>
          <a:endParaRPr lang="es-AR" dirty="0"/>
        </a:p>
      </dgm:t>
    </dgm:pt>
    <dgm:pt modelId="{E0C36202-64CC-4E0A-BBFE-9F714BE780CE}" type="parTrans" cxnId="{1054B8C4-8946-44C1-9823-96721C6A2FEE}">
      <dgm:prSet/>
      <dgm:spPr/>
      <dgm:t>
        <a:bodyPr/>
        <a:lstStyle/>
        <a:p>
          <a:endParaRPr lang="es-AR"/>
        </a:p>
      </dgm:t>
    </dgm:pt>
    <dgm:pt modelId="{91BF1FC0-DF62-41AD-962D-EFBCD3CDE821}" type="sibTrans" cxnId="{1054B8C4-8946-44C1-9823-96721C6A2FEE}">
      <dgm:prSet/>
      <dgm:spPr/>
      <dgm:t>
        <a:bodyPr/>
        <a:lstStyle/>
        <a:p>
          <a:endParaRPr lang="es-AR"/>
        </a:p>
      </dgm:t>
    </dgm:pt>
    <dgm:pt modelId="{E95C3EE4-957F-430A-BEB1-7C5C11C08FE5}">
      <dgm:prSet/>
      <dgm:spPr/>
      <dgm:t>
        <a:bodyPr/>
        <a:lstStyle/>
        <a:p>
          <a:r>
            <a:rPr lang="es-ES" dirty="0"/>
            <a:t>Arquitectura de Software para una aplicación o subsistema. </a:t>
          </a:r>
          <a:endParaRPr lang="es-AR" dirty="0"/>
        </a:p>
      </dgm:t>
    </dgm:pt>
    <dgm:pt modelId="{7DD890D7-CA20-4928-8620-9695E5A6922F}" type="parTrans" cxnId="{6686162D-AA77-4912-8CFE-A9A906DCC7AB}">
      <dgm:prSet/>
      <dgm:spPr/>
      <dgm:t>
        <a:bodyPr/>
        <a:lstStyle/>
        <a:p>
          <a:endParaRPr lang="es-AR"/>
        </a:p>
      </dgm:t>
    </dgm:pt>
    <dgm:pt modelId="{FB54AAA6-3C90-4A43-9CBA-A4531869F5CD}" type="sibTrans" cxnId="{6686162D-AA77-4912-8CFE-A9A906DCC7AB}">
      <dgm:prSet/>
      <dgm:spPr/>
      <dgm:t>
        <a:bodyPr/>
        <a:lstStyle/>
        <a:p>
          <a:endParaRPr lang="es-AR"/>
        </a:p>
      </dgm:t>
    </dgm:pt>
    <dgm:pt modelId="{CA4A43ED-5C44-466C-AD3F-8938B539F7E9}" type="pres">
      <dgm:prSet presAssocID="{8B410885-AD1B-48FD-B8E3-72D1A5B09370}" presName="Name0" presStyleCnt="0">
        <dgm:presLayoutVars>
          <dgm:dir/>
          <dgm:animLvl val="lvl"/>
          <dgm:resizeHandles val="exact"/>
        </dgm:presLayoutVars>
      </dgm:prSet>
      <dgm:spPr/>
    </dgm:pt>
    <dgm:pt modelId="{7E8BE0D9-6500-4037-BC28-5366AFE37DEC}" type="pres">
      <dgm:prSet presAssocID="{F945CB4E-4294-43B7-9D2F-6E1E9E9FE39F}" presName="composite" presStyleCnt="0"/>
      <dgm:spPr/>
    </dgm:pt>
    <dgm:pt modelId="{4031073A-D494-48AF-99E1-533912E50F32}" type="pres">
      <dgm:prSet presAssocID="{F945CB4E-4294-43B7-9D2F-6E1E9E9FE39F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0A8E744E-0620-4547-A848-15E48945B775}" type="pres">
      <dgm:prSet presAssocID="{F945CB4E-4294-43B7-9D2F-6E1E9E9FE39F}" presName="desTx" presStyleLbl="alignAccFollowNode1" presStyleIdx="0" presStyleCnt="3">
        <dgm:presLayoutVars>
          <dgm:bulletEnabled val="1"/>
        </dgm:presLayoutVars>
      </dgm:prSet>
      <dgm:spPr/>
    </dgm:pt>
    <dgm:pt modelId="{5824447F-034B-4A84-8E88-2911353EA53C}" type="pres">
      <dgm:prSet presAssocID="{DB477F51-F063-4C04-AD3B-408E376CB832}" presName="space" presStyleCnt="0"/>
      <dgm:spPr/>
    </dgm:pt>
    <dgm:pt modelId="{FFAE7989-83D3-485F-8A4F-A93B7152ED09}" type="pres">
      <dgm:prSet presAssocID="{753D2A68-C58A-4551-A8C3-2408A42A7EE7}" presName="composite" presStyleCnt="0"/>
      <dgm:spPr/>
    </dgm:pt>
    <dgm:pt modelId="{370F0A3C-1A62-40B3-ADDD-96F931299ADA}" type="pres">
      <dgm:prSet presAssocID="{753D2A68-C58A-4551-A8C3-2408A42A7EE7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76869DB-7B8A-43D0-B561-F3635E2715FD}" type="pres">
      <dgm:prSet presAssocID="{753D2A68-C58A-4551-A8C3-2408A42A7EE7}" presName="desTx" presStyleLbl="alignAccFollowNode1" presStyleIdx="1" presStyleCnt="3">
        <dgm:presLayoutVars>
          <dgm:bulletEnabled val="1"/>
        </dgm:presLayoutVars>
      </dgm:prSet>
      <dgm:spPr/>
    </dgm:pt>
    <dgm:pt modelId="{31E5B8BA-650F-4B89-9CC5-35A5B52AA945}" type="pres">
      <dgm:prSet presAssocID="{DA5F216B-3993-4BAE-B92B-DC71CC56DD44}" presName="space" presStyleCnt="0"/>
      <dgm:spPr/>
    </dgm:pt>
    <dgm:pt modelId="{C32E4076-56BA-424D-92AA-763BBE677C61}" type="pres">
      <dgm:prSet presAssocID="{4E80BC22-264E-4C59-AA08-DF8874FCB720}" presName="composite" presStyleCnt="0"/>
      <dgm:spPr/>
    </dgm:pt>
    <dgm:pt modelId="{A771EB93-4927-4301-982E-8C00D1E49F97}" type="pres">
      <dgm:prSet presAssocID="{4E80BC22-264E-4C59-AA08-DF8874FCB720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F33D6D8-2B82-4963-980E-40F760A72ECA}" type="pres">
      <dgm:prSet presAssocID="{4E80BC22-264E-4C59-AA08-DF8874FCB720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B6E03E0C-1D56-423D-B8BC-58EDAB88EF14}" type="presOf" srcId="{753D2A68-C58A-4551-A8C3-2408A42A7EE7}" destId="{370F0A3C-1A62-40B3-ADDD-96F931299ADA}" srcOrd="0" destOrd="0" presId="urn:microsoft.com/office/officeart/2005/8/layout/hList1"/>
    <dgm:cxn modelId="{1630881A-CA25-41E3-9EBF-C71F04B1A718}" srcId="{8B410885-AD1B-48FD-B8E3-72D1A5B09370}" destId="{F945CB4E-4294-43B7-9D2F-6E1E9E9FE39F}" srcOrd="0" destOrd="0" parTransId="{A2A8AF09-C1FA-45DE-AD4E-8C71653DE932}" sibTransId="{DB477F51-F063-4C04-AD3B-408E376CB832}"/>
    <dgm:cxn modelId="{60EEF723-8DC4-478B-B6F9-B0EAC4E1DDAE}" type="presOf" srcId="{4E80BC22-264E-4C59-AA08-DF8874FCB720}" destId="{A771EB93-4927-4301-982E-8C00D1E49F97}" srcOrd="0" destOrd="0" presId="urn:microsoft.com/office/officeart/2005/8/layout/hList1"/>
    <dgm:cxn modelId="{6686162D-AA77-4912-8CFE-A9A906DCC7AB}" srcId="{4E80BC22-264E-4C59-AA08-DF8874FCB720}" destId="{E95C3EE4-957F-430A-BEB1-7C5C11C08FE5}" srcOrd="0" destOrd="0" parTransId="{7DD890D7-CA20-4928-8620-9695E5A6922F}" sibTransId="{FB54AAA6-3C90-4A43-9CBA-A4531869F5CD}"/>
    <dgm:cxn modelId="{3A74772F-C453-4762-A5A2-03290D9B562A}" type="presOf" srcId="{8B410885-AD1B-48FD-B8E3-72D1A5B09370}" destId="{CA4A43ED-5C44-466C-AD3F-8938B539F7E9}" srcOrd="0" destOrd="0" presId="urn:microsoft.com/office/officeart/2005/8/layout/hList1"/>
    <dgm:cxn modelId="{6EBA1492-864A-4E71-B20B-E6D8FBE88101}" srcId="{F945CB4E-4294-43B7-9D2F-6E1E9E9FE39F}" destId="{FF62496B-E1F8-4540-8821-6A6B9D17558B}" srcOrd="0" destOrd="0" parTransId="{D9F31CAD-FCC0-4103-9898-6BB400E4E242}" sibTransId="{D5117907-DCD7-469C-8F00-3AE179802D12}"/>
    <dgm:cxn modelId="{8B72D296-51DE-4937-AC51-A089F2DBF1B6}" type="presOf" srcId="{F945CB4E-4294-43B7-9D2F-6E1E9E9FE39F}" destId="{4031073A-D494-48AF-99E1-533912E50F32}" srcOrd="0" destOrd="0" presId="urn:microsoft.com/office/officeart/2005/8/layout/hList1"/>
    <dgm:cxn modelId="{43B8E9AC-CBAB-4626-A522-B61025FD4D02}" srcId="{8B410885-AD1B-48FD-B8E3-72D1A5B09370}" destId="{4E80BC22-264E-4C59-AA08-DF8874FCB720}" srcOrd="2" destOrd="0" parTransId="{DB39CB3F-3049-48C2-BE73-A09DF4239299}" sibTransId="{D43F5883-495F-430F-97D9-47068D8106F7}"/>
    <dgm:cxn modelId="{4D4E32BB-29A5-495E-8A9A-6BEBFDBF1A9E}" type="presOf" srcId="{18363AC4-591B-424D-BC10-DD68C181A708}" destId="{376869DB-7B8A-43D0-B561-F3635E2715FD}" srcOrd="0" destOrd="0" presId="urn:microsoft.com/office/officeart/2005/8/layout/hList1"/>
    <dgm:cxn modelId="{93CB08BD-EE8E-43A3-8AFF-C49205C28B27}" type="presOf" srcId="{E95C3EE4-957F-430A-BEB1-7C5C11C08FE5}" destId="{3F33D6D8-2B82-4963-980E-40F760A72ECA}" srcOrd="0" destOrd="0" presId="urn:microsoft.com/office/officeart/2005/8/layout/hList1"/>
    <dgm:cxn modelId="{1054B8C4-8946-44C1-9823-96721C6A2FEE}" srcId="{753D2A68-C58A-4551-A8C3-2408A42A7EE7}" destId="{18363AC4-591B-424D-BC10-DD68C181A708}" srcOrd="0" destOrd="0" parTransId="{E0C36202-64CC-4E0A-BBFE-9F714BE780CE}" sibTransId="{91BF1FC0-DF62-41AD-962D-EFBCD3CDE821}"/>
    <dgm:cxn modelId="{EEBF92CD-74E7-4FCC-9F63-7E60A87F898C}" srcId="{8B410885-AD1B-48FD-B8E3-72D1A5B09370}" destId="{753D2A68-C58A-4551-A8C3-2408A42A7EE7}" srcOrd="1" destOrd="0" parTransId="{F8C96868-8558-42E3-B32A-102CBD16000B}" sibTransId="{DA5F216B-3993-4BAE-B92B-DC71CC56DD44}"/>
    <dgm:cxn modelId="{2A6480E4-BED2-4892-B78E-0CB862ED4A29}" type="presOf" srcId="{FF62496B-E1F8-4540-8821-6A6B9D17558B}" destId="{0A8E744E-0620-4547-A848-15E48945B775}" srcOrd="0" destOrd="0" presId="urn:microsoft.com/office/officeart/2005/8/layout/hList1"/>
    <dgm:cxn modelId="{5BD3C305-90B9-4A97-A00F-8762DE65FAE1}" type="presParOf" srcId="{CA4A43ED-5C44-466C-AD3F-8938B539F7E9}" destId="{7E8BE0D9-6500-4037-BC28-5366AFE37DEC}" srcOrd="0" destOrd="0" presId="urn:microsoft.com/office/officeart/2005/8/layout/hList1"/>
    <dgm:cxn modelId="{5352C5F9-F698-475D-8A4A-F0438CDD7507}" type="presParOf" srcId="{7E8BE0D9-6500-4037-BC28-5366AFE37DEC}" destId="{4031073A-D494-48AF-99E1-533912E50F32}" srcOrd="0" destOrd="0" presId="urn:microsoft.com/office/officeart/2005/8/layout/hList1"/>
    <dgm:cxn modelId="{058D0EE3-064A-4F60-8F12-6198E498BBD4}" type="presParOf" srcId="{7E8BE0D9-6500-4037-BC28-5366AFE37DEC}" destId="{0A8E744E-0620-4547-A848-15E48945B775}" srcOrd="1" destOrd="0" presId="urn:microsoft.com/office/officeart/2005/8/layout/hList1"/>
    <dgm:cxn modelId="{E015B636-7AF3-4C1B-97C5-20ED12D9EB3D}" type="presParOf" srcId="{CA4A43ED-5C44-466C-AD3F-8938B539F7E9}" destId="{5824447F-034B-4A84-8E88-2911353EA53C}" srcOrd="1" destOrd="0" presId="urn:microsoft.com/office/officeart/2005/8/layout/hList1"/>
    <dgm:cxn modelId="{201F3991-4741-4B4E-A12E-61545D575DF8}" type="presParOf" srcId="{CA4A43ED-5C44-466C-AD3F-8938B539F7E9}" destId="{FFAE7989-83D3-485F-8A4F-A93B7152ED09}" srcOrd="2" destOrd="0" presId="urn:microsoft.com/office/officeart/2005/8/layout/hList1"/>
    <dgm:cxn modelId="{313EA58D-A86C-4836-86B4-537821A11C4B}" type="presParOf" srcId="{FFAE7989-83D3-485F-8A4F-A93B7152ED09}" destId="{370F0A3C-1A62-40B3-ADDD-96F931299ADA}" srcOrd="0" destOrd="0" presId="urn:microsoft.com/office/officeart/2005/8/layout/hList1"/>
    <dgm:cxn modelId="{B2345289-07AE-4FBE-9BC7-915158FEEDE9}" type="presParOf" srcId="{FFAE7989-83D3-485F-8A4F-A93B7152ED09}" destId="{376869DB-7B8A-43D0-B561-F3635E2715FD}" srcOrd="1" destOrd="0" presId="urn:microsoft.com/office/officeart/2005/8/layout/hList1"/>
    <dgm:cxn modelId="{A68B2738-6ADA-44A8-846B-EF93C237B82D}" type="presParOf" srcId="{CA4A43ED-5C44-466C-AD3F-8938B539F7E9}" destId="{31E5B8BA-650F-4B89-9CC5-35A5B52AA945}" srcOrd="3" destOrd="0" presId="urn:microsoft.com/office/officeart/2005/8/layout/hList1"/>
    <dgm:cxn modelId="{16FCC7D7-2CFB-49EF-BBEB-31CE9E85F024}" type="presParOf" srcId="{CA4A43ED-5C44-466C-AD3F-8938B539F7E9}" destId="{C32E4076-56BA-424D-92AA-763BBE677C61}" srcOrd="4" destOrd="0" presId="urn:microsoft.com/office/officeart/2005/8/layout/hList1"/>
    <dgm:cxn modelId="{2E586934-41EA-4048-AC33-239546E3F3FC}" type="presParOf" srcId="{C32E4076-56BA-424D-92AA-763BBE677C61}" destId="{A771EB93-4927-4301-982E-8C00D1E49F97}" srcOrd="0" destOrd="0" presId="urn:microsoft.com/office/officeart/2005/8/layout/hList1"/>
    <dgm:cxn modelId="{64C766CF-58A0-41B3-BB9A-CE3D0FD20F79}" type="presParOf" srcId="{C32E4076-56BA-424D-92AA-763BBE677C61}" destId="{3F33D6D8-2B82-4963-980E-40F760A72ECA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3ED36F1-0E72-45C0-9C57-BC79017BB9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423F5632-4753-499D-ADDE-61BEC89CA6D0}">
      <dgm:prSet custT="1"/>
      <dgm:spPr/>
      <dgm:t>
        <a:bodyPr/>
        <a:lstStyle/>
        <a:p>
          <a:r>
            <a:rPr lang="es-ES" sz="2400" b="1"/>
            <a:t>• En la vista se puede validar campos requeridos y consistencia (números y/o letras donde corresponda, entre otras cosas). </a:t>
          </a:r>
          <a:endParaRPr lang="es-AR" sz="2400" b="1"/>
        </a:p>
      </dgm:t>
    </dgm:pt>
    <dgm:pt modelId="{6442C564-A0BE-4359-B2A8-694A2D33F987}" type="parTrans" cxnId="{03F9D94E-9739-4EA6-B08E-CE9C805F15CB}">
      <dgm:prSet/>
      <dgm:spPr/>
      <dgm:t>
        <a:bodyPr/>
        <a:lstStyle/>
        <a:p>
          <a:endParaRPr lang="es-AR" sz="2400" b="1"/>
        </a:p>
      </dgm:t>
    </dgm:pt>
    <dgm:pt modelId="{59BC39B7-599C-44F6-8B4E-D10937576E5A}" type="sibTrans" cxnId="{03F9D94E-9739-4EA6-B08E-CE9C805F15CB}">
      <dgm:prSet/>
      <dgm:spPr/>
      <dgm:t>
        <a:bodyPr/>
        <a:lstStyle/>
        <a:p>
          <a:endParaRPr lang="es-AR" sz="2400" b="1"/>
        </a:p>
      </dgm:t>
    </dgm:pt>
    <dgm:pt modelId="{9A44269A-491F-4B29-B543-CC27CC02E443}">
      <dgm:prSet custT="1"/>
      <dgm:spPr/>
      <dgm:t>
        <a:bodyPr/>
        <a:lstStyle/>
        <a:p>
          <a:r>
            <a:rPr lang="es-ES" sz="2400" b="1" dirty="0"/>
            <a:t>• En el controlador se debería volver a validar la consistencia de los datos y los campos requeridos. También se puede realizar una validación adicional contra un servicio externo o componente local. </a:t>
          </a:r>
          <a:endParaRPr lang="es-AR" sz="2400" b="1" dirty="0"/>
        </a:p>
      </dgm:t>
    </dgm:pt>
    <dgm:pt modelId="{A5BE4F23-066A-48C3-8CB6-36D80AF11BA4}" type="parTrans" cxnId="{983A771A-B2A4-4312-8789-6478E3D60412}">
      <dgm:prSet/>
      <dgm:spPr/>
      <dgm:t>
        <a:bodyPr/>
        <a:lstStyle/>
        <a:p>
          <a:endParaRPr lang="es-AR" sz="2400" b="1"/>
        </a:p>
      </dgm:t>
    </dgm:pt>
    <dgm:pt modelId="{E6095680-C991-4C37-8CDD-00E62029F118}" type="sibTrans" cxnId="{983A771A-B2A4-4312-8789-6478E3D60412}">
      <dgm:prSet/>
      <dgm:spPr/>
      <dgm:t>
        <a:bodyPr/>
        <a:lstStyle/>
        <a:p>
          <a:endParaRPr lang="es-AR" sz="2400" b="1"/>
        </a:p>
      </dgm:t>
    </dgm:pt>
    <dgm:pt modelId="{7CB4A00A-0541-480F-98D1-697C8D5BA3A0}">
      <dgm:prSet custT="1"/>
      <dgm:spPr/>
      <dgm:t>
        <a:bodyPr/>
        <a:lstStyle/>
        <a:p>
          <a:r>
            <a:rPr lang="es-ES" sz="2400" b="1"/>
            <a:t>• En el modelo se deberían realizar las validaciones explícitas del negocio. </a:t>
          </a:r>
          <a:endParaRPr lang="es-AR" sz="2400" b="1"/>
        </a:p>
      </dgm:t>
    </dgm:pt>
    <dgm:pt modelId="{6AF2D15E-75BB-42D2-8E7E-30353F221706}" type="parTrans" cxnId="{3C73376F-60AA-4D77-AE2C-34F56C3A1E55}">
      <dgm:prSet/>
      <dgm:spPr/>
      <dgm:t>
        <a:bodyPr/>
        <a:lstStyle/>
        <a:p>
          <a:endParaRPr lang="es-AR" sz="2400" b="1"/>
        </a:p>
      </dgm:t>
    </dgm:pt>
    <dgm:pt modelId="{74C461A1-49C3-481F-8A18-23F8F9A77BDB}" type="sibTrans" cxnId="{3C73376F-60AA-4D77-AE2C-34F56C3A1E55}">
      <dgm:prSet/>
      <dgm:spPr/>
      <dgm:t>
        <a:bodyPr/>
        <a:lstStyle/>
        <a:p>
          <a:endParaRPr lang="es-AR" sz="2400" b="1"/>
        </a:p>
      </dgm:t>
    </dgm:pt>
    <dgm:pt modelId="{FEEA53DB-0696-489B-932D-E2089F45BC24}" type="pres">
      <dgm:prSet presAssocID="{C3ED36F1-0E72-45C0-9C57-BC79017BB91E}" presName="linear" presStyleCnt="0">
        <dgm:presLayoutVars>
          <dgm:animLvl val="lvl"/>
          <dgm:resizeHandles val="exact"/>
        </dgm:presLayoutVars>
      </dgm:prSet>
      <dgm:spPr/>
    </dgm:pt>
    <dgm:pt modelId="{61012692-5734-42B2-8B8C-C6566580B2A8}" type="pres">
      <dgm:prSet presAssocID="{423F5632-4753-499D-ADDE-61BEC89CA6D0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8A1CF990-CDD6-4C30-B495-2BD334AF6943}" type="pres">
      <dgm:prSet presAssocID="{59BC39B7-599C-44F6-8B4E-D10937576E5A}" presName="spacer" presStyleCnt="0"/>
      <dgm:spPr/>
    </dgm:pt>
    <dgm:pt modelId="{51464F5D-AE4D-4A98-8302-E74879D715C7}" type="pres">
      <dgm:prSet presAssocID="{9A44269A-491F-4B29-B543-CC27CC02E443}" presName="parentText" presStyleLbl="node1" presStyleIdx="1" presStyleCnt="3" custScaleY="115818">
        <dgm:presLayoutVars>
          <dgm:chMax val="0"/>
          <dgm:bulletEnabled val="1"/>
        </dgm:presLayoutVars>
      </dgm:prSet>
      <dgm:spPr/>
    </dgm:pt>
    <dgm:pt modelId="{C59F7604-0DB2-4AFD-A091-9E30BE0F33E1}" type="pres">
      <dgm:prSet presAssocID="{E6095680-C991-4C37-8CDD-00E62029F118}" presName="spacer" presStyleCnt="0"/>
      <dgm:spPr/>
    </dgm:pt>
    <dgm:pt modelId="{A2A20FEA-7D1B-4A51-A8F7-73A8F80D2D59}" type="pres">
      <dgm:prSet presAssocID="{7CB4A00A-0541-480F-98D1-697C8D5BA3A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983A771A-B2A4-4312-8789-6478E3D60412}" srcId="{C3ED36F1-0E72-45C0-9C57-BC79017BB91E}" destId="{9A44269A-491F-4B29-B543-CC27CC02E443}" srcOrd="1" destOrd="0" parTransId="{A5BE4F23-066A-48C3-8CB6-36D80AF11BA4}" sibTransId="{E6095680-C991-4C37-8CDD-00E62029F118}"/>
    <dgm:cxn modelId="{28A75827-9201-44EB-A852-42146D6237A2}" type="presOf" srcId="{9A44269A-491F-4B29-B543-CC27CC02E443}" destId="{51464F5D-AE4D-4A98-8302-E74879D715C7}" srcOrd="0" destOrd="0" presId="urn:microsoft.com/office/officeart/2005/8/layout/vList2"/>
    <dgm:cxn modelId="{03F9D94E-9739-4EA6-B08E-CE9C805F15CB}" srcId="{C3ED36F1-0E72-45C0-9C57-BC79017BB91E}" destId="{423F5632-4753-499D-ADDE-61BEC89CA6D0}" srcOrd="0" destOrd="0" parTransId="{6442C564-A0BE-4359-B2A8-694A2D33F987}" sibTransId="{59BC39B7-599C-44F6-8B4E-D10937576E5A}"/>
    <dgm:cxn modelId="{3C73376F-60AA-4D77-AE2C-34F56C3A1E55}" srcId="{C3ED36F1-0E72-45C0-9C57-BC79017BB91E}" destId="{7CB4A00A-0541-480F-98D1-697C8D5BA3A0}" srcOrd="2" destOrd="0" parTransId="{6AF2D15E-75BB-42D2-8E7E-30353F221706}" sibTransId="{74C461A1-49C3-481F-8A18-23F8F9A77BDB}"/>
    <dgm:cxn modelId="{E995DD88-2031-4618-BF62-8C4E65A09CDF}" type="presOf" srcId="{423F5632-4753-499D-ADDE-61BEC89CA6D0}" destId="{61012692-5734-42B2-8B8C-C6566580B2A8}" srcOrd="0" destOrd="0" presId="urn:microsoft.com/office/officeart/2005/8/layout/vList2"/>
    <dgm:cxn modelId="{8D88DC95-200F-49D0-87B9-EC92AB23D13C}" type="presOf" srcId="{7CB4A00A-0541-480F-98D1-697C8D5BA3A0}" destId="{A2A20FEA-7D1B-4A51-A8F7-73A8F80D2D59}" srcOrd="0" destOrd="0" presId="urn:microsoft.com/office/officeart/2005/8/layout/vList2"/>
    <dgm:cxn modelId="{19BE0DED-3D08-42F8-AAF3-A89DC7817623}" type="presOf" srcId="{C3ED36F1-0E72-45C0-9C57-BC79017BB91E}" destId="{FEEA53DB-0696-489B-932D-E2089F45BC24}" srcOrd="0" destOrd="0" presId="urn:microsoft.com/office/officeart/2005/8/layout/vList2"/>
    <dgm:cxn modelId="{1FF034C9-FE99-41C6-BE99-60B25623F7D3}" type="presParOf" srcId="{FEEA53DB-0696-489B-932D-E2089F45BC24}" destId="{61012692-5734-42B2-8B8C-C6566580B2A8}" srcOrd="0" destOrd="0" presId="urn:microsoft.com/office/officeart/2005/8/layout/vList2"/>
    <dgm:cxn modelId="{87781ECC-89A0-4639-96FE-8F1F9026259C}" type="presParOf" srcId="{FEEA53DB-0696-489B-932D-E2089F45BC24}" destId="{8A1CF990-CDD6-4C30-B495-2BD334AF6943}" srcOrd="1" destOrd="0" presId="urn:microsoft.com/office/officeart/2005/8/layout/vList2"/>
    <dgm:cxn modelId="{A06F8886-BFFA-4B5D-B95F-BB596A5E79CE}" type="presParOf" srcId="{FEEA53DB-0696-489B-932D-E2089F45BC24}" destId="{51464F5D-AE4D-4A98-8302-E74879D715C7}" srcOrd="2" destOrd="0" presId="urn:microsoft.com/office/officeart/2005/8/layout/vList2"/>
    <dgm:cxn modelId="{C30B6937-8592-45DD-8518-EBDE67CF6723}" type="presParOf" srcId="{FEEA53DB-0696-489B-932D-E2089F45BC24}" destId="{C59F7604-0DB2-4AFD-A091-9E30BE0F33E1}" srcOrd="3" destOrd="0" presId="urn:microsoft.com/office/officeart/2005/8/layout/vList2"/>
    <dgm:cxn modelId="{EC7F12AF-B2C4-4C8F-BC5A-CC3BE2BDC3DA}" type="presParOf" srcId="{FEEA53DB-0696-489B-932D-E2089F45BC24}" destId="{A2A20FEA-7D1B-4A51-A8F7-73A8F80D2D5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81CF874-AF25-43E5-B62E-2108068EC45D}" type="doc">
      <dgm:prSet loTypeId="urn:microsoft.com/office/officeart/2005/8/layout/hList1" loCatId="list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s-AR"/>
        </a:p>
      </dgm:t>
    </dgm:pt>
    <dgm:pt modelId="{2FC107C3-4F43-46AE-9BBB-187DAEB397D5}">
      <dgm:prSet custT="1"/>
      <dgm:spPr/>
      <dgm:t>
        <a:bodyPr/>
        <a:lstStyle/>
        <a:p>
          <a:r>
            <a:rPr lang="es-ES" sz="2400" b="1"/>
            <a:t>Ventajas </a:t>
          </a:r>
          <a:endParaRPr lang="es-AR" sz="2400"/>
        </a:p>
      </dgm:t>
    </dgm:pt>
    <dgm:pt modelId="{43C57C25-0722-43B6-B680-F895F0F89D9E}" type="parTrans" cxnId="{EFABC64A-3449-4FB4-8576-B103998DAED2}">
      <dgm:prSet/>
      <dgm:spPr/>
      <dgm:t>
        <a:bodyPr/>
        <a:lstStyle/>
        <a:p>
          <a:endParaRPr lang="es-AR" sz="1600"/>
        </a:p>
      </dgm:t>
    </dgm:pt>
    <dgm:pt modelId="{19486BE9-BCF2-4347-B364-609916D1A1B3}" type="sibTrans" cxnId="{EFABC64A-3449-4FB4-8576-B103998DAED2}">
      <dgm:prSet/>
      <dgm:spPr/>
      <dgm:t>
        <a:bodyPr/>
        <a:lstStyle/>
        <a:p>
          <a:endParaRPr lang="es-AR" sz="1600"/>
        </a:p>
      </dgm:t>
    </dgm:pt>
    <dgm:pt modelId="{FD437322-9E8B-4B58-916D-CDA8FAFC9363}">
      <dgm:prSet custT="1"/>
      <dgm:spPr/>
      <dgm:t>
        <a:bodyPr/>
        <a:lstStyle/>
        <a:p>
          <a:r>
            <a:rPr lang="es-ES" sz="2400" dirty="0"/>
            <a:t>Buena separación de intereses. </a:t>
          </a:r>
          <a:endParaRPr lang="es-AR" sz="2400" dirty="0"/>
        </a:p>
      </dgm:t>
    </dgm:pt>
    <dgm:pt modelId="{C9C75116-D4FF-46BB-A3C0-34F041878280}" type="parTrans" cxnId="{D10A3640-264B-4FDE-BCCF-A28051ED9738}">
      <dgm:prSet/>
      <dgm:spPr/>
      <dgm:t>
        <a:bodyPr/>
        <a:lstStyle/>
        <a:p>
          <a:endParaRPr lang="es-AR" sz="1600"/>
        </a:p>
      </dgm:t>
    </dgm:pt>
    <dgm:pt modelId="{CE709EE6-230D-4A24-98A8-A4F2073A5537}" type="sibTrans" cxnId="{D10A3640-264B-4FDE-BCCF-A28051ED9738}">
      <dgm:prSet/>
      <dgm:spPr/>
      <dgm:t>
        <a:bodyPr/>
        <a:lstStyle/>
        <a:p>
          <a:endParaRPr lang="es-AR" sz="1600"/>
        </a:p>
      </dgm:t>
    </dgm:pt>
    <dgm:pt modelId="{0013FD42-1808-4AB6-AB5F-52D9E66F0CCC}">
      <dgm:prSet custT="1"/>
      <dgm:spPr/>
      <dgm:t>
        <a:bodyPr/>
        <a:lstStyle/>
        <a:p>
          <a:r>
            <a:rPr lang="es-ES" sz="2400" dirty="0"/>
            <a:t>Reusabilidad de vistas y controladores. </a:t>
          </a:r>
          <a:endParaRPr lang="es-AR" sz="2400" dirty="0"/>
        </a:p>
      </dgm:t>
    </dgm:pt>
    <dgm:pt modelId="{F362A2E0-B469-413E-9556-AD461371E87D}" type="parTrans" cxnId="{AF697100-9962-400F-B8BF-741D079380F2}">
      <dgm:prSet/>
      <dgm:spPr/>
      <dgm:t>
        <a:bodyPr/>
        <a:lstStyle/>
        <a:p>
          <a:endParaRPr lang="es-AR" sz="1600"/>
        </a:p>
      </dgm:t>
    </dgm:pt>
    <dgm:pt modelId="{D85934CF-354D-4835-8258-3135D0E90BED}" type="sibTrans" cxnId="{AF697100-9962-400F-B8BF-741D079380F2}">
      <dgm:prSet/>
      <dgm:spPr/>
      <dgm:t>
        <a:bodyPr/>
        <a:lstStyle/>
        <a:p>
          <a:endParaRPr lang="es-AR" sz="1600"/>
        </a:p>
      </dgm:t>
    </dgm:pt>
    <dgm:pt modelId="{14D012D1-BB47-44F4-A0A9-BEC113E9C4A0}">
      <dgm:prSet custT="1"/>
      <dgm:spPr/>
      <dgm:t>
        <a:bodyPr/>
        <a:lstStyle/>
        <a:p>
          <a:r>
            <a:rPr lang="es-ES" sz="2400" dirty="0"/>
            <a:t>Flexibilidad.</a:t>
          </a:r>
          <a:endParaRPr lang="es-AR" sz="2400" dirty="0"/>
        </a:p>
      </dgm:t>
    </dgm:pt>
    <dgm:pt modelId="{C7ED1401-64C1-48B1-BEC4-04DD0FAE25EB}" type="parTrans" cxnId="{C4D6612D-9BE2-469E-B1FC-73478330DFF0}">
      <dgm:prSet/>
      <dgm:spPr/>
      <dgm:t>
        <a:bodyPr/>
        <a:lstStyle/>
        <a:p>
          <a:endParaRPr lang="es-AR" sz="1600"/>
        </a:p>
      </dgm:t>
    </dgm:pt>
    <dgm:pt modelId="{E5B3B0E7-29B1-48AC-9793-AB607464806E}" type="sibTrans" cxnId="{C4D6612D-9BE2-469E-B1FC-73478330DFF0}">
      <dgm:prSet/>
      <dgm:spPr/>
      <dgm:t>
        <a:bodyPr/>
        <a:lstStyle/>
        <a:p>
          <a:endParaRPr lang="es-AR" sz="1600"/>
        </a:p>
      </dgm:t>
    </dgm:pt>
    <dgm:pt modelId="{904F436E-1205-4EAB-B859-4CFAC571BAB4}">
      <dgm:prSet custT="1"/>
      <dgm:spPr/>
      <dgm:t>
        <a:bodyPr/>
        <a:lstStyle/>
        <a:p>
          <a:r>
            <a:rPr lang="es-ES" sz="2400" b="1" dirty="0"/>
            <a:t>Desventajas</a:t>
          </a:r>
          <a:endParaRPr lang="es-AR" sz="2400" b="1" dirty="0"/>
        </a:p>
      </dgm:t>
    </dgm:pt>
    <dgm:pt modelId="{31024867-552D-44CF-BACE-21217F80103D}" type="parTrans" cxnId="{865D1830-4B39-4848-93A4-B61D8FE3BAF5}">
      <dgm:prSet/>
      <dgm:spPr/>
      <dgm:t>
        <a:bodyPr/>
        <a:lstStyle/>
        <a:p>
          <a:endParaRPr lang="es-AR" sz="1600"/>
        </a:p>
      </dgm:t>
    </dgm:pt>
    <dgm:pt modelId="{3ACCC81B-68AF-405C-B86C-A237AD574968}" type="sibTrans" cxnId="{865D1830-4B39-4848-93A4-B61D8FE3BAF5}">
      <dgm:prSet/>
      <dgm:spPr/>
      <dgm:t>
        <a:bodyPr/>
        <a:lstStyle/>
        <a:p>
          <a:endParaRPr lang="es-AR" sz="1600"/>
        </a:p>
      </dgm:t>
    </dgm:pt>
    <dgm:pt modelId="{83207BFD-BE73-405C-8124-739CA4EC3FDF}">
      <dgm:prSet custT="1"/>
      <dgm:spPr/>
      <dgm:t>
        <a:bodyPr/>
        <a:lstStyle/>
        <a:p>
          <a:r>
            <a:rPr lang="es-ES" sz="2400" dirty="0"/>
            <a:t>Mayor complejidad de las aplicaciones.</a:t>
          </a:r>
          <a:endParaRPr lang="es-AR" sz="2400" dirty="0"/>
        </a:p>
      </dgm:t>
    </dgm:pt>
    <dgm:pt modelId="{B4235226-B225-45C8-BAB8-A134BAF2AC00}" type="parTrans" cxnId="{8EACE53B-C67D-428C-B6EE-986FA4FEF17C}">
      <dgm:prSet/>
      <dgm:spPr/>
      <dgm:t>
        <a:bodyPr/>
        <a:lstStyle/>
        <a:p>
          <a:endParaRPr lang="es-AR" sz="1600"/>
        </a:p>
      </dgm:t>
    </dgm:pt>
    <dgm:pt modelId="{5BA9221C-E541-463A-A69B-BDA5EF69C3F4}" type="sibTrans" cxnId="{8EACE53B-C67D-428C-B6EE-986FA4FEF17C}">
      <dgm:prSet/>
      <dgm:spPr/>
      <dgm:t>
        <a:bodyPr/>
        <a:lstStyle/>
        <a:p>
          <a:endParaRPr lang="es-AR" sz="1600"/>
        </a:p>
      </dgm:t>
    </dgm:pt>
    <dgm:pt modelId="{62DAE5C2-DFE5-4E4F-8C4C-C8C708AACCA8}">
      <dgm:prSet custT="1"/>
      <dgm:spPr/>
      <dgm:t>
        <a:bodyPr/>
        <a:lstStyle/>
        <a:p>
          <a:r>
            <a:rPr lang="es-ES" sz="2400" dirty="0"/>
            <a:t>No siempre útil en aplicaciones con “poca interactividad” o con “vistas simples”.</a:t>
          </a:r>
          <a:endParaRPr lang="es-AR" sz="2400" dirty="0"/>
        </a:p>
      </dgm:t>
    </dgm:pt>
    <dgm:pt modelId="{4997ED74-4824-4461-B1E7-5185CBDB6D32}" type="parTrans" cxnId="{EEFBBD9D-BA2F-417B-8C50-13610B893C2B}">
      <dgm:prSet/>
      <dgm:spPr/>
      <dgm:t>
        <a:bodyPr/>
        <a:lstStyle/>
        <a:p>
          <a:endParaRPr lang="es-AR" sz="1600"/>
        </a:p>
      </dgm:t>
    </dgm:pt>
    <dgm:pt modelId="{BED1FECB-D1CC-47D4-96C3-F31CC62C5DDE}" type="sibTrans" cxnId="{EEFBBD9D-BA2F-417B-8C50-13610B893C2B}">
      <dgm:prSet/>
      <dgm:spPr/>
      <dgm:t>
        <a:bodyPr/>
        <a:lstStyle/>
        <a:p>
          <a:endParaRPr lang="es-AR" sz="1600"/>
        </a:p>
      </dgm:t>
    </dgm:pt>
    <dgm:pt modelId="{6904932D-4D63-4586-BF81-7AFD9866AD6D}">
      <dgm:prSet custT="1"/>
      <dgm:spPr/>
      <dgm:t>
        <a:bodyPr/>
        <a:lstStyle/>
        <a:p>
          <a:r>
            <a:rPr lang="es-ES" sz="2400" dirty="0"/>
            <a:t>Difícil de testear.</a:t>
          </a:r>
          <a:endParaRPr lang="es-AR" sz="2400" dirty="0"/>
        </a:p>
      </dgm:t>
    </dgm:pt>
    <dgm:pt modelId="{1B772EA1-5C05-4DEA-80CB-EDA368E37C75}" type="parTrans" cxnId="{89FDBAA0-79AB-4B6C-8B62-89177EA4C07A}">
      <dgm:prSet/>
      <dgm:spPr/>
      <dgm:t>
        <a:bodyPr/>
        <a:lstStyle/>
        <a:p>
          <a:endParaRPr lang="es-AR" sz="1600"/>
        </a:p>
      </dgm:t>
    </dgm:pt>
    <dgm:pt modelId="{BE79D78B-B48D-4B01-8676-6C5F0C2A9172}" type="sibTrans" cxnId="{89FDBAA0-79AB-4B6C-8B62-89177EA4C07A}">
      <dgm:prSet/>
      <dgm:spPr/>
      <dgm:t>
        <a:bodyPr/>
        <a:lstStyle/>
        <a:p>
          <a:endParaRPr lang="es-AR" sz="1600"/>
        </a:p>
      </dgm:t>
    </dgm:pt>
    <dgm:pt modelId="{BB74D89A-016B-4FA6-9C9F-46D85A351F0F}" type="pres">
      <dgm:prSet presAssocID="{E81CF874-AF25-43E5-B62E-2108068EC45D}" presName="Name0" presStyleCnt="0">
        <dgm:presLayoutVars>
          <dgm:dir/>
          <dgm:animLvl val="lvl"/>
          <dgm:resizeHandles val="exact"/>
        </dgm:presLayoutVars>
      </dgm:prSet>
      <dgm:spPr/>
    </dgm:pt>
    <dgm:pt modelId="{F2123C0E-733B-4B2B-8B84-850F4BA92F30}" type="pres">
      <dgm:prSet presAssocID="{2FC107C3-4F43-46AE-9BBB-187DAEB397D5}" presName="composite" presStyleCnt="0"/>
      <dgm:spPr/>
    </dgm:pt>
    <dgm:pt modelId="{CB868C89-DB57-4598-A281-EC437CA079D9}" type="pres">
      <dgm:prSet presAssocID="{2FC107C3-4F43-46AE-9BBB-187DAEB397D5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2087DF4B-2F26-48A6-803E-79A6491F8113}" type="pres">
      <dgm:prSet presAssocID="{2FC107C3-4F43-46AE-9BBB-187DAEB397D5}" presName="desTx" presStyleLbl="alignAccFollowNode1" presStyleIdx="0" presStyleCnt="2">
        <dgm:presLayoutVars>
          <dgm:bulletEnabled val="1"/>
        </dgm:presLayoutVars>
      </dgm:prSet>
      <dgm:spPr/>
    </dgm:pt>
    <dgm:pt modelId="{011B9708-56B3-4B20-9CC2-059A34B0BDFE}" type="pres">
      <dgm:prSet presAssocID="{19486BE9-BCF2-4347-B364-609916D1A1B3}" presName="space" presStyleCnt="0"/>
      <dgm:spPr/>
    </dgm:pt>
    <dgm:pt modelId="{F5D3469A-1954-4D2F-A7CC-6F283581E1ED}" type="pres">
      <dgm:prSet presAssocID="{904F436E-1205-4EAB-B859-4CFAC571BAB4}" presName="composite" presStyleCnt="0"/>
      <dgm:spPr/>
    </dgm:pt>
    <dgm:pt modelId="{46FE526C-12E2-4A09-8400-33B70238FECB}" type="pres">
      <dgm:prSet presAssocID="{904F436E-1205-4EAB-B859-4CFAC571BAB4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8FBE1322-8859-49C7-BD16-5E5B9C850C39}" type="pres">
      <dgm:prSet presAssocID="{904F436E-1205-4EAB-B859-4CFAC571BAB4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AF697100-9962-400F-B8BF-741D079380F2}" srcId="{2FC107C3-4F43-46AE-9BBB-187DAEB397D5}" destId="{0013FD42-1808-4AB6-AB5F-52D9E66F0CCC}" srcOrd="1" destOrd="0" parTransId="{F362A2E0-B469-413E-9556-AD461371E87D}" sibTransId="{D85934CF-354D-4835-8258-3135D0E90BED}"/>
    <dgm:cxn modelId="{E0CF1311-524B-4E53-ACC6-123E655C8864}" type="presOf" srcId="{904F436E-1205-4EAB-B859-4CFAC571BAB4}" destId="{46FE526C-12E2-4A09-8400-33B70238FECB}" srcOrd="0" destOrd="0" presId="urn:microsoft.com/office/officeart/2005/8/layout/hList1"/>
    <dgm:cxn modelId="{C4D6612D-9BE2-469E-B1FC-73478330DFF0}" srcId="{2FC107C3-4F43-46AE-9BBB-187DAEB397D5}" destId="{14D012D1-BB47-44F4-A0A9-BEC113E9C4A0}" srcOrd="2" destOrd="0" parTransId="{C7ED1401-64C1-48B1-BEC4-04DD0FAE25EB}" sibTransId="{E5B3B0E7-29B1-48AC-9793-AB607464806E}"/>
    <dgm:cxn modelId="{865D1830-4B39-4848-93A4-B61D8FE3BAF5}" srcId="{E81CF874-AF25-43E5-B62E-2108068EC45D}" destId="{904F436E-1205-4EAB-B859-4CFAC571BAB4}" srcOrd="1" destOrd="0" parTransId="{31024867-552D-44CF-BACE-21217F80103D}" sibTransId="{3ACCC81B-68AF-405C-B86C-A237AD574968}"/>
    <dgm:cxn modelId="{252EA731-4D04-4570-BA23-E1B1A2F3BBF4}" type="presOf" srcId="{2FC107C3-4F43-46AE-9BBB-187DAEB397D5}" destId="{CB868C89-DB57-4598-A281-EC437CA079D9}" srcOrd="0" destOrd="0" presId="urn:microsoft.com/office/officeart/2005/8/layout/hList1"/>
    <dgm:cxn modelId="{8EACE53B-C67D-428C-B6EE-986FA4FEF17C}" srcId="{904F436E-1205-4EAB-B859-4CFAC571BAB4}" destId="{83207BFD-BE73-405C-8124-739CA4EC3FDF}" srcOrd="0" destOrd="0" parTransId="{B4235226-B225-45C8-BAB8-A134BAF2AC00}" sibTransId="{5BA9221C-E541-463A-A69B-BDA5EF69C3F4}"/>
    <dgm:cxn modelId="{D10A3640-264B-4FDE-BCCF-A28051ED9738}" srcId="{2FC107C3-4F43-46AE-9BBB-187DAEB397D5}" destId="{FD437322-9E8B-4B58-916D-CDA8FAFC9363}" srcOrd="0" destOrd="0" parTransId="{C9C75116-D4FF-46BB-A3C0-34F041878280}" sibTransId="{CE709EE6-230D-4A24-98A8-A4F2073A5537}"/>
    <dgm:cxn modelId="{EFABC64A-3449-4FB4-8576-B103998DAED2}" srcId="{E81CF874-AF25-43E5-B62E-2108068EC45D}" destId="{2FC107C3-4F43-46AE-9BBB-187DAEB397D5}" srcOrd="0" destOrd="0" parTransId="{43C57C25-0722-43B6-B680-F895F0F89D9E}" sibTransId="{19486BE9-BCF2-4347-B364-609916D1A1B3}"/>
    <dgm:cxn modelId="{EEFBBD9D-BA2F-417B-8C50-13610B893C2B}" srcId="{904F436E-1205-4EAB-B859-4CFAC571BAB4}" destId="{62DAE5C2-DFE5-4E4F-8C4C-C8C708AACCA8}" srcOrd="1" destOrd="0" parTransId="{4997ED74-4824-4461-B1E7-5185CBDB6D32}" sibTransId="{BED1FECB-D1CC-47D4-96C3-F31CC62C5DDE}"/>
    <dgm:cxn modelId="{89FDBAA0-79AB-4B6C-8B62-89177EA4C07A}" srcId="{904F436E-1205-4EAB-B859-4CFAC571BAB4}" destId="{6904932D-4D63-4586-BF81-7AFD9866AD6D}" srcOrd="2" destOrd="0" parTransId="{1B772EA1-5C05-4DEA-80CB-EDA368E37C75}" sibTransId="{BE79D78B-B48D-4B01-8676-6C5F0C2A9172}"/>
    <dgm:cxn modelId="{840836B2-89A4-491D-A4D8-9EAF6F3ACBE1}" type="presOf" srcId="{FD437322-9E8B-4B58-916D-CDA8FAFC9363}" destId="{2087DF4B-2F26-48A6-803E-79A6491F8113}" srcOrd="0" destOrd="0" presId="urn:microsoft.com/office/officeart/2005/8/layout/hList1"/>
    <dgm:cxn modelId="{6E0EEDC8-36F1-4B4B-9531-D55F3A7B798A}" type="presOf" srcId="{14D012D1-BB47-44F4-A0A9-BEC113E9C4A0}" destId="{2087DF4B-2F26-48A6-803E-79A6491F8113}" srcOrd="0" destOrd="2" presId="urn:microsoft.com/office/officeart/2005/8/layout/hList1"/>
    <dgm:cxn modelId="{61DA6CCE-8210-4EB3-9836-6D0C2AD8CAEA}" type="presOf" srcId="{E81CF874-AF25-43E5-B62E-2108068EC45D}" destId="{BB74D89A-016B-4FA6-9C9F-46D85A351F0F}" srcOrd="0" destOrd="0" presId="urn:microsoft.com/office/officeart/2005/8/layout/hList1"/>
    <dgm:cxn modelId="{9E70F8D6-5C36-4C16-8DE0-574414C5B736}" type="presOf" srcId="{83207BFD-BE73-405C-8124-739CA4EC3FDF}" destId="{8FBE1322-8859-49C7-BD16-5E5B9C850C39}" srcOrd="0" destOrd="0" presId="urn:microsoft.com/office/officeart/2005/8/layout/hList1"/>
    <dgm:cxn modelId="{4D4F62EE-C151-4435-B588-7C7014D169DE}" type="presOf" srcId="{0013FD42-1808-4AB6-AB5F-52D9E66F0CCC}" destId="{2087DF4B-2F26-48A6-803E-79A6491F8113}" srcOrd="0" destOrd="1" presId="urn:microsoft.com/office/officeart/2005/8/layout/hList1"/>
    <dgm:cxn modelId="{6E44CDF3-576B-47DA-AF9E-0B167B964CAC}" type="presOf" srcId="{6904932D-4D63-4586-BF81-7AFD9866AD6D}" destId="{8FBE1322-8859-49C7-BD16-5E5B9C850C39}" srcOrd="0" destOrd="2" presId="urn:microsoft.com/office/officeart/2005/8/layout/hList1"/>
    <dgm:cxn modelId="{C857FBFB-2C54-4EBB-9E7C-65D0FB9238E5}" type="presOf" srcId="{62DAE5C2-DFE5-4E4F-8C4C-C8C708AACCA8}" destId="{8FBE1322-8859-49C7-BD16-5E5B9C850C39}" srcOrd="0" destOrd="1" presId="urn:microsoft.com/office/officeart/2005/8/layout/hList1"/>
    <dgm:cxn modelId="{255D0B76-C29D-4865-8AD9-BDA46F420836}" type="presParOf" srcId="{BB74D89A-016B-4FA6-9C9F-46D85A351F0F}" destId="{F2123C0E-733B-4B2B-8B84-850F4BA92F30}" srcOrd="0" destOrd="0" presId="urn:microsoft.com/office/officeart/2005/8/layout/hList1"/>
    <dgm:cxn modelId="{4514465C-7FF0-40B5-B2B3-AFC02042E5B6}" type="presParOf" srcId="{F2123C0E-733B-4B2B-8B84-850F4BA92F30}" destId="{CB868C89-DB57-4598-A281-EC437CA079D9}" srcOrd="0" destOrd="0" presId="urn:microsoft.com/office/officeart/2005/8/layout/hList1"/>
    <dgm:cxn modelId="{95CFDB12-EEDE-4208-8338-1A79CA6A593D}" type="presParOf" srcId="{F2123C0E-733B-4B2B-8B84-850F4BA92F30}" destId="{2087DF4B-2F26-48A6-803E-79A6491F8113}" srcOrd="1" destOrd="0" presId="urn:microsoft.com/office/officeart/2005/8/layout/hList1"/>
    <dgm:cxn modelId="{2D0A0FE8-A661-4DE0-805F-3FA7E09686F9}" type="presParOf" srcId="{BB74D89A-016B-4FA6-9C9F-46D85A351F0F}" destId="{011B9708-56B3-4B20-9CC2-059A34B0BDFE}" srcOrd="1" destOrd="0" presId="urn:microsoft.com/office/officeart/2005/8/layout/hList1"/>
    <dgm:cxn modelId="{91FCB90E-6DC5-416B-BA88-89116A161F9E}" type="presParOf" srcId="{BB74D89A-016B-4FA6-9C9F-46D85A351F0F}" destId="{F5D3469A-1954-4D2F-A7CC-6F283581E1ED}" srcOrd="2" destOrd="0" presId="urn:microsoft.com/office/officeart/2005/8/layout/hList1"/>
    <dgm:cxn modelId="{A5AAA8D2-3383-4B90-8018-1AFB1D9F1974}" type="presParOf" srcId="{F5D3469A-1954-4D2F-A7CC-6F283581E1ED}" destId="{46FE526C-12E2-4A09-8400-33B70238FECB}" srcOrd="0" destOrd="0" presId="urn:microsoft.com/office/officeart/2005/8/layout/hList1"/>
    <dgm:cxn modelId="{8E9D60BB-9FA3-44F7-8BE8-588CB6340C34}" type="presParOf" srcId="{F5D3469A-1954-4D2F-A7CC-6F283581E1ED}" destId="{8FBE1322-8859-49C7-BD16-5E5B9C850C39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1FED7CF-FEA6-4B68-945E-4040F84F2D8D}" type="doc">
      <dgm:prSet loTypeId="urn:microsoft.com/office/officeart/2005/8/layout/orgChart1" loCatId="hierarchy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es-AR"/>
        </a:p>
      </dgm:t>
    </dgm:pt>
    <dgm:pt modelId="{783D387E-A0FE-433E-8742-754C107128E2}">
      <dgm:prSet custT="1"/>
      <dgm:spPr/>
      <dgm:t>
        <a:bodyPr/>
        <a:lstStyle/>
        <a:p>
          <a:r>
            <a:rPr lang="es-ES" sz="2400" b="1" dirty="0"/>
            <a:t>Los patrones de diseño se clasifican en tres grandes categorías: </a:t>
          </a:r>
          <a:endParaRPr lang="es-AR" sz="2400" b="1" dirty="0"/>
        </a:p>
      </dgm:t>
    </dgm:pt>
    <dgm:pt modelId="{F00B99A1-A785-408B-B592-81341B206093}" type="parTrans" cxnId="{176DFC67-792B-4F03-8354-CCDF85AA2E6F}">
      <dgm:prSet/>
      <dgm:spPr/>
      <dgm:t>
        <a:bodyPr/>
        <a:lstStyle/>
        <a:p>
          <a:endParaRPr lang="es-AR"/>
        </a:p>
      </dgm:t>
    </dgm:pt>
    <dgm:pt modelId="{B79713DF-0F8E-472B-8D60-1775FEB689BB}" type="sibTrans" cxnId="{176DFC67-792B-4F03-8354-CCDF85AA2E6F}">
      <dgm:prSet/>
      <dgm:spPr/>
      <dgm:t>
        <a:bodyPr/>
        <a:lstStyle/>
        <a:p>
          <a:endParaRPr lang="es-AR"/>
        </a:p>
      </dgm:t>
    </dgm:pt>
    <dgm:pt modelId="{793EDD6C-531A-4B6E-B2E5-87A13DB9817B}">
      <dgm:prSet/>
      <dgm:spPr/>
      <dgm:t>
        <a:bodyPr/>
        <a:lstStyle/>
        <a:p>
          <a:r>
            <a:rPr lang="es-ES" b="1" dirty="0"/>
            <a:t>Creacionales</a:t>
          </a:r>
          <a:r>
            <a:rPr lang="es-ES" dirty="0"/>
            <a:t>: abstraen el proceso de creación/instanciación de los objetos. Se los suele utilizar cuando debemos crear objetos, complejos o no, tomando decisiones dinámicas en momento de ejecución. </a:t>
          </a:r>
          <a:endParaRPr lang="es-AR" dirty="0"/>
        </a:p>
      </dgm:t>
    </dgm:pt>
    <dgm:pt modelId="{D9028C94-29FA-40CA-9BD0-B1BF97820521}" type="parTrans" cxnId="{B6B2419B-CE97-4124-9302-24C0948AE756}">
      <dgm:prSet/>
      <dgm:spPr/>
      <dgm:t>
        <a:bodyPr/>
        <a:lstStyle/>
        <a:p>
          <a:endParaRPr lang="es-AR"/>
        </a:p>
      </dgm:t>
    </dgm:pt>
    <dgm:pt modelId="{47312B4F-7CEA-47DF-831D-7CC674160019}" type="sibTrans" cxnId="{B6B2419B-CE97-4124-9302-24C0948AE756}">
      <dgm:prSet/>
      <dgm:spPr/>
      <dgm:t>
        <a:bodyPr/>
        <a:lstStyle/>
        <a:p>
          <a:endParaRPr lang="es-AR"/>
        </a:p>
      </dgm:t>
    </dgm:pt>
    <dgm:pt modelId="{89E0A828-0B74-4351-ABD5-B570054F6544}">
      <dgm:prSet/>
      <dgm:spPr/>
      <dgm:t>
        <a:bodyPr/>
        <a:lstStyle/>
        <a:p>
          <a:r>
            <a:rPr lang="es-ES" b="1" dirty="0"/>
            <a:t>Comportamiento</a:t>
          </a:r>
          <a:r>
            <a:rPr lang="es-ES" dirty="0"/>
            <a:t>: resuelven cuestiones, complejas o no, de interacción entre objetos en momento de ejecución. </a:t>
          </a:r>
          <a:endParaRPr lang="es-AR" dirty="0"/>
        </a:p>
      </dgm:t>
    </dgm:pt>
    <dgm:pt modelId="{D52B9E39-955D-4AEE-A771-B7DBE8B1E45E}" type="parTrans" cxnId="{3EADA887-8510-4D53-9FA7-766CC43678AF}">
      <dgm:prSet/>
      <dgm:spPr/>
      <dgm:t>
        <a:bodyPr/>
        <a:lstStyle/>
        <a:p>
          <a:endParaRPr lang="es-AR"/>
        </a:p>
      </dgm:t>
    </dgm:pt>
    <dgm:pt modelId="{9A110C79-F334-4EF6-8595-525E663F2856}" type="sibTrans" cxnId="{3EADA887-8510-4D53-9FA7-766CC43678AF}">
      <dgm:prSet/>
      <dgm:spPr/>
      <dgm:t>
        <a:bodyPr/>
        <a:lstStyle/>
        <a:p>
          <a:endParaRPr lang="es-AR"/>
        </a:p>
      </dgm:t>
    </dgm:pt>
    <dgm:pt modelId="{BC02DD67-7940-481F-AEE6-C5F22689BDE5}">
      <dgm:prSet/>
      <dgm:spPr/>
      <dgm:t>
        <a:bodyPr/>
        <a:lstStyle/>
        <a:p>
          <a:r>
            <a:rPr lang="es-ES" b="1" dirty="0"/>
            <a:t>Estructurales</a:t>
          </a:r>
          <a:r>
            <a:rPr lang="es-ES" dirty="0"/>
            <a:t>: resuelven cuestiones, generalmente complejas, de generación y/o utilización de estructuras complejas o que no están acopladas al dominio. </a:t>
          </a:r>
          <a:endParaRPr lang="es-AR" dirty="0"/>
        </a:p>
      </dgm:t>
    </dgm:pt>
    <dgm:pt modelId="{5A2131F5-2A68-4FF3-B59E-5A9F6921061E}" type="parTrans" cxnId="{8E995117-0575-4B08-B060-10AC39FC1055}">
      <dgm:prSet/>
      <dgm:spPr/>
      <dgm:t>
        <a:bodyPr/>
        <a:lstStyle/>
        <a:p>
          <a:endParaRPr lang="es-AR"/>
        </a:p>
      </dgm:t>
    </dgm:pt>
    <dgm:pt modelId="{2A143D49-C838-45CF-83F1-C7CB44B677A9}" type="sibTrans" cxnId="{8E995117-0575-4B08-B060-10AC39FC1055}">
      <dgm:prSet/>
      <dgm:spPr/>
      <dgm:t>
        <a:bodyPr/>
        <a:lstStyle/>
        <a:p>
          <a:endParaRPr lang="es-AR"/>
        </a:p>
      </dgm:t>
    </dgm:pt>
    <dgm:pt modelId="{529853BA-0E4B-458B-941D-3155A36B716D}" type="pres">
      <dgm:prSet presAssocID="{61FED7CF-FEA6-4B68-945E-4040F84F2D8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903315BC-AF0B-4E73-B6AB-A489D18C90AC}" type="pres">
      <dgm:prSet presAssocID="{783D387E-A0FE-433E-8742-754C107128E2}" presName="hierRoot1" presStyleCnt="0">
        <dgm:presLayoutVars>
          <dgm:hierBranch val="init"/>
        </dgm:presLayoutVars>
      </dgm:prSet>
      <dgm:spPr/>
    </dgm:pt>
    <dgm:pt modelId="{10A2AC48-F1D8-4445-A2CA-42550C08F61C}" type="pres">
      <dgm:prSet presAssocID="{783D387E-A0FE-433E-8742-754C107128E2}" presName="rootComposite1" presStyleCnt="0"/>
      <dgm:spPr/>
    </dgm:pt>
    <dgm:pt modelId="{20CC58C6-CE9A-45A1-98AD-82FBC40095FC}" type="pres">
      <dgm:prSet presAssocID="{783D387E-A0FE-433E-8742-754C107128E2}" presName="rootText1" presStyleLbl="node0" presStyleIdx="0" presStyleCnt="1" custScaleX="225832">
        <dgm:presLayoutVars>
          <dgm:chPref val="3"/>
        </dgm:presLayoutVars>
      </dgm:prSet>
      <dgm:spPr/>
    </dgm:pt>
    <dgm:pt modelId="{BABF542A-75D7-40EB-9FA2-73FC710B42CA}" type="pres">
      <dgm:prSet presAssocID="{783D387E-A0FE-433E-8742-754C107128E2}" presName="rootConnector1" presStyleLbl="node1" presStyleIdx="0" presStyleCnt="0"/>
      <dgm:spPr/>
    </dgm:pt>
    <dgm:pt modelId="{1ADD23EF-0197-4811-97BE-E56081046E44}" type="pres">
      <dgm:prSet presAssocID="{783D387E-A0FE-433E-8742-754C107128E2}" presName="hierChild2" presStyleCnt="0"/>
      <dgm:spPr/>
    </dgm:pt>
    <dgm:pt modelId="{23904656-C1E7-40E0-BE70-E13720BA6C33}" type="pres">
      <dgm:prSet presAssocID="{D9028C94-29FA-40CA-9BD0-B1BF97820521}" presName="Name37" presStyleLbl="parChTrans1D2" presStyleIdx="0" presStyleCnt="3"/>
      <dgm:spPr/>
    </dgm:pt>
    <dgm:pt modelId="{29FAA9DA-98B2-4912-97E7-4916873AC26C}" type="pres">
      <dgm:prSet presAssocID="{793EDD6C-531A-4B6E-B2E5-87A13DB9817B}" presName="hierRoot2" presStyleCnt="0">
        <dgm:presLayoutVars>
          <dgm:hierBranch val="init"/>
        </dgm:presLayoutVars>
      </dgm:prSet>
      <dgm:spPr/>
    </dgm:pt>
    <dgm:pt modelId="{1B10D81C-4AEB-4919-B0FC-99A59F5AB635}" type="pres">
      <dgm:prSet presAssocID="{793EDD6C-531A-4B6E-B2E5-87A13DB9817B}" presName="rootComposite" presStyleCnt="0"/>
      <dgm:spPr/>
    </dgm:pt>
    <dgm:pt modelId="{D304A9E1-828E-4D85-A56E-221C81C5C29D}" type="pres">
      <dgm:prSet presAssocID="{793EDD6C-531A-4B6E-B2E5-87A13DB9817B}" presName="rootText" presStyleLbl="node2" presStyleIdx="0" presStyleCnt="3" custScaleY="189844">
        <dgm:presLayoutVars>
          <dgm:chPref val="3"/>
        </dgm:presLayoutVars>
      </dgm:prSet>
      <dgm:spPr/>
    </dgm:pt>
    <dgm:pt modelId="{77F50C4B-EE8F-4346-A036-167D9A229A8E}" type="pres">
      <dgm:prSet presAssocID="{793EDD6C-531A-4B6E-B2E5-87A13DB9817B}" presName="rootConnector" presStyleLbl="node2" presStyleIdx="0" presStyleCnt="3"/>
      <dgm:spPr/>
    </dgm:pt>
    <dgm:pt modelId="{F3AAE649-7978-449B-BF62-C5035B78C529}" type="pres">
      <dgm:prSet presAssocID="{793EDD6C-531A-4B6E-B2E5-87A13DB9817B}" presName="hierChild4" presStyleCnt="0"/>
      <dgm:spPr/>
    </dgm:pt>
    <dgm:pt modelId="{FDD3AC6E-B215-4B27-BDB1-A311758F1EAA}" type="pres">
      <dgm:prSet presAssocID="{793EDD6C-531A-4B6E-B2E5-87A13DB9817B}" presName="hierChild5" presStyleCnt="0"/>
      <dgm:spPr/>
    </dgm:pt>
    <dgm:pt modelId="{19D9E3F7-976D-4776-B983-9D2C3588BCB3}" type="pres">
      <dgm:prSet presAssocID="{D52B9E39-955D-4AEE-A771-B7DBE8B1E45E}" presName="Name37" presStyleLbl="parChTrans1D2" presStyleIdx="1" presStyleCnt="3"/>
      <dgm:spPr/>
    </dgm:pt>
    <dgm:pt modelId="{4FF729D5-BA28-4D3B-A488-654671DB3004}" type="pres">
      <dgm:prSet presAssocID="{89E0A828-0B74-4351-ABD5-B570054F6544}" presName="hierRoot2" presStyleCnt="0">
        <dgm:presLayoutVars>
          <dgm:hierBranch val="init"/>
        </dgm:presLayoutVars>
      </dgm:prSet>
      <dgm:spPr/>
    </dgm:pt>
    <dgm:pt modelId="{E07E804C-BD4E-4CAE-A237-8335C629D723}" type="pres">
      <dgm:prSet presAssocID="{89E0A828-0B74-4351-ABD5-B570054F6544}" presName="rootComposite" presStyleCnt="0"/>
      <dgm:spPr/>
    </dgm:pt>
    <dgm:pt modelId="{F3F81334-DF34-410A-9195-019433768F04}" type="pres">
      <dgm:prSet presAssocID="{89E0A828-0B74-4351-ABD5-B570054F6544}" presName="rootText" presStyleLbl="node2" presStyleIdx="1" presStyleCnt="3" custScaleY="189844">
        <dgm:presLayoutVars>
          <dgm:chPref val="3"/>
        </dgm:presLayoutVars>
      </dgm:prSet>
      <dgm:spPr/>
    </dgm:pt>
    <dgm:pt modelId="{E7AA4AE6-24FB-4291-B045-7A0B2AE3328D}" type="pres">
      <dgm:prSet presAssocID="{89E0A828-0B74-4351-ABD5-B570054F6544}" presName="rootConnector" presStyleLbl="node2" presStyleIdx="1" presStyleCnt="3"/>
      <dgm:spPr/>
    </dgm:pt>
    <dgm:pt modelId="{B8F84A57-4738-4F83-8165-1D52D8BDA657}" type="pres">
      <dgm:prSet presAssocID="{89E0A828-0B74-4351-ABD5-B570054F6544}" presName="hierChild4" presStyleCnt="0"/>
      <dgm:spPr/>
    </dgm:pt>
    <dgm:pt modelId="{3AF55991-CA46-4BC3-A16D-9C4D239AC01D}" type="pres">
      <dgm:prSet presAssocID="{89E0A828-0B74-4351-ABD5-B570054F6544}" presName="hierChild5" presStyleCnt="0"/>
      <dgm:spPr/>
    </dgm:pt>
    <dgm:pt modelId="{97293E94-E7D4-4496-A024-A2241F528BB7}" type="pres">
      <dgm:prSet presAssocID="{5A2131F5-2A68-4FF3-B59E-5A9F6921061E}" presName="Name37" presStyleLbl="parChTrans1D2" presStyleIdx="2" presStyleCnt="3"/>
      <dgm:spPr/>
    </dgm:pt>
    <dgm:pt modelId="{07DA5AE2-0944-477A-A4E1-AA3B1358243F}" type="pres">
      <dgm:prSet presAssocID="{BC02DD67-7940-481F-AEE6-C5F22689BDE5}" presName="hierRoot2" presStyleCnt="0">
        <dgm:presLayoutVars>
          <dgm:hierBranch val="init"/>
        </dgm:presLayoutVars>
      </dgm:prSet>
      <dgm:spPr/>
    </dgm:pt>
    <dgm:pt modelId="{C562AB18-244B-4D67-8A50-F8840A9D8BBC}" type="pres">
      <dgm:prSet presAssocID="{BC02DD67-7940-481F-AEE6-C5F22689BDE5}" presName="rootComposite" presStyleCnt="0"/>
      <dgm:spPr/>
    </dgm:pt>
    <dgm:pt modelId="{18AE44E1-830B-46B5-B30E-DFC6DB46462C}" type="pres">
      <dgm:prSet presAssocID="{BC02DD67-7940-481F-AEE6-C5F22689BDE5}" presName="rootText" presStyleLbl="node2" presStyleIdx="2" presStyleCnt="3" custScaleY="189844">
        <dgm:presLayoutVars>
          <dgm:chPref val="3"/>
        </dgm:presLayoutVars>
      </dgm:prSet>
      <dgm:spPr/>
    </dgm:pt>
    <dgm:pt modelId="{37BD879A-8303-4949-80F5-6E5FB529992D}" type="pres">
      <dgm:prSet presAssocID="{BC02DD67-7940-481F-AEE6-C5F22689BDE5}" presName="rootConnector" presStyleLbl="node2" presStyleIdx="2" presStyleCnt="3"/>
      <dgm:spPr/>
    </dgm:pt>
    <dgm:pt modelId="{695F52A3-D7CC-4D41-8451-9B9674D72A84}" type="pres">
      <dgm:prSet presAssocID="{BC02DD67-7940-481F-AEE6-C5F22689BDE5}" presName="hierChild4" presStyleCnt="0"/>
      <dgm:spPr/>
    </dgm:pt>
    <dgm:pt modelId="{A66D23A8-07CC-4260-A97D-2739E908D90C}" type="pres">
      <dgm:prSet presAssocID="{BC02DD67-7940-481F-AEE6-C5F22689BDE5}" presName="hierChild5" presStyleCnt="0"/>
      <dgm:spPr/>
    </dgm:pt>
    <dgm:pt modelId="{C92C5E35-765C-47AA-B43A-BB6F9F497465}" type="pres">
      <dgm:prSet presAssocID="{783D387E-A0FE-433E-8742-754C107128E2}" presName="hierChild3" presStyleCnt="0"/>
      <dgm:spPr/>
    </dgm:pt>
  </dgm:ptLst>
  <dgm:cxnLst>
    <dgm:cxn modelId="{8263E80A-5412-4104-96F5-2E3AAB7232BD}" type="presOf" srcId="{783D387E-A0FE-433E-8742-754C107128E2}" destId="{BABF542A-75D7-40EB-9FA2-73FC710B42CA}" srcOrd="1" destOrd="0" presId="urn:microsoft.com/office/officeart/2005/8/layout/orgChart1"/>
    <dgm:cxn modelId="{8E995117-0575-4B08-B060-10AC39FC1055}" srcId="{783D387E-A0FE-433E-8742-754C107128E2}" destId="{BC02DD67-7940-481F-AEE6-C5F22689BDE5}" srcOrd="2" destOrd="0" parTransId="{5A2131F5-2A68-4FF3-B59E-5A9F6921061E}" sibTransId="{2A143D49-C838-45CF-83F1-C7CB44B677A9}"/>
    <dgm:cxn modelId="{AE127517-4F07-4E2D-BBA1-9C8F21F30FBE}" type="presOf" srcId="{793EDD6C-531A-4B6E-B2E5-87A13DB9817B}" destId="{77F50C4B-EE8F-4346-A036-167D9A229A8E}" srcOrd="1" destOrd="0" presId="urn:microsoft.com/office/officeart/2005/8/layout/orgChart1"/>
    <dgm:cxn modelId="{345D0F25-F6B6-4B27-BDCC-362B317E7787}" type="presOf" srcId="{89E0A828-0B74-4351-ABD5-B570054F6544}" destId="{F3F81334-DF34-410A-9195-019433768F04}" srcOrd="0" destOrd="0" presId="urn:microsoft.com/office/officeart/2005/8/layout/orgChart1"/>
    <dgm:cxn modelId="{5F301F3E-E298-4882-B3F7-A40799AD9876}" type="presOf" srcId="{5A2131F5-2A68-4FF3-B59E-5A9F6921061E}" destId="{97293E94-E7D4-4496-A024-A2241F528BB7}" srcOrd="0" destOrd="0" presId="urn:microsoft.com/office/officeart/2005/8/layout/orgChart1"/>
    <dgm:cxn modelId="{8A28CE65-F811-451D-9CEA-4A171EC27B43}" type="presOf" srcId="{61FED7CF-FEA6-4B68-945E-4040F84F2D8D}" destId="{529853BA-0E4B-458B-941D-3155A36B716D}" srcOrd="0" destOrd="0" presId="urn:microsoft.com/office/officeart/2005/8/layout/orgChart1"/>
    <dgm:cxn modelId="{176DFC67-792B-4F03-8354-CCDF85AA2E6F}" srcId="{61FED7CF-FEA6-4B68-945E-4040F84F2D8D}" destId="{783D387E-A0FE-433E-8742-754C107128E2}" srcOrd="0" destOrd="0" parTransId="{F00B99A1-A785-408B-B592-81341B206093}" sibTransId="{B79713DF-0F8E-472B-8D60-1775FEB689BB}"/>
    <dgm:cxn modelId="{DAD4484A-0E56-41CB-BDC7-C0EA775E795B}" type="presOf" srcId="{89E0A828-0B74-4351-ABD5-B570054F6544}" destId="{E7AA4AE6-24FB-4291-B045-7A0B2AE3328D}" srcOrd="1" destOrd="0" presId="urn:microsoft.com/office/officeart/2005/8/layout/orgChart1"/>
    <dgm:cxn modelId="{3EADA887-8510-4D53-9FA7-766CC43678AF}" srcId="{783D387E-A0FE-433E-8742-754C107128E2}" destId="{89E0A828-0B74-4351-ABD5-B570054F6544}" srcOrd="1" destOrd="0" parTransId="{D52B9E39-955D-4AEE-A771-B7DBE8B1E45E}" sibTransId="{9A110C79-F334-4EF6-8595-525E663F2856}"/>
    <dgm:cxn modelId="{5140388B-D912-4CD4-B449-2E3891C13BE5}" type="presOf" srcId="{793EDD6C-531A-4B6E-B2E5-87A13DB9817B}" destId="{D304A9E1-828E-4D85-A56E-221C81C5C29D}" srcOrd="0" destOrd="0" presId="urn:microsoft.com/office/officeart/2005/8/layout/orgChart1"/>
    <dgm:cxn modelId="{B6B2419B-CE97-4124-9302-24C0948AE756}" srcId="{783D387E-A0FE-433E-8742-754C107128E2}" destId="{793EDD6C-531A-4B6E-B2E5-87A13DB9817B}" srcOrd="0" destOrd="0" parTransId="{D9028C94-29FA-40CA-9BD0-B1BF97820521}" sibTransId="{47312B4F-7CEA-47DF-831D-7CC674160019}"/>
    <dgm:cxn modelId="{5A26EA9C-99A4-4A07-BD77-3E4E9EA72BA1}" type="presOf" srcId="{D9028C94-29FA-40CA-9BD0-B1BF97820521}" destId="{23904656-C1E7-40E0-BE70-E13720BA6C33}" srcOrd="0" destOrd="0" presId="urn:microsoft.com/office/officeart/2005/8/layout/orgChart1"/>
    <dgm:cxn modelId="{492B64A1-39C6-4181-93C5-8FBB086C7318}" type="presOf" srcId="{BC02DD67-7940-481F-AEE6-C5F22689BDE5}" destId="{18AE44E1-830B-46B5-B30E-DFC6DB46462C}" srcOrd="0" destOrd="0" presId="urn:microsoft.com/office/officeart/2005/8/layout/orgChart1"/>
    <dgm:cxn modelId="{5DF1AFCC-9ABA-4AC1-9BB9-7560CA3ABDFC}" type="presOf" srcId="{D52B9E39-955D-4AEE-A771-B7DBE8B1E45E}" destId="{19D9E3F7-976D-4776-B983-9D2C3588BCB3}" srcOrd="0" destOrd="0" presId="urn:microsoft.com/office/officeart/2005/8/layout/orgChart1"/>
    <dgm:cxn modelId="{CDD0F6DB-465B-4594-89D1-25A9B456D0E1}" type="presOf" srcId="{783D387E-A0FE-433E-8742-754C107128E2}" destId="{20CC58C6-CE9A-45A1-98AD-82FBC40095FC}" srcOrd="0" destOrd="0" presId="urn:microsoft.com/office/officeart/2005/8/layout/orgChart1"/>
    <dgm:cxn modelId="{EC49CCDD-0D62-4DB7-A464-95958F3BA9BA}" type="presOf" srcId="{BC02DD67-7940-481F-AEE6-C5F22689BDE5}" destId="{37BD879A-8303-4949-80F5-6E5FB529992D}" srcOrd="1" destOrd="0" presId="urn:microsoft.com/office/officeart/2005/8/layout/orgChart1"/>
    <dgm:cxn modelId="{5D041D3E-C33D-4E0B-BE97-093207C5BF33}" type="presParOf" srcId="{529853BA-0E4B-458B-941D-3155A36B716D}" destId="{903315BC-AF0B-4E73-B6AB-A489D18C90AC}" srcOrd="0" destOrd="0" presId="urn:microsoft.com/office/officeart/2005/8/layout/orgChart1"/>
    <dgm:cxn modelId="{6498AB14-C995-41BA-8F90-7E26B5A493DB}" type="presParOf" srcId="{903315BC-AF0B-4E73-B6AB-A489D18C90AC}" destId="{10A2AC48-F1D8-4445-A2CA-42550C08F61C}" srcOrd="0" destOrd="0" presId="urn:microsoft.com/office/officeart/2005/8/layout/orgChart1"/>
    <dgm:cxn modelId="{961BAD70-8BF3-4103-94DD-06D0E32D63BC}" type="presParOf" srcId="{10A2AC48-F1D8-4445-A2CA-42550C08F61C}" destId="{20CC58C6-CE9A-45A1-98AD-82FBC40095FC}" srcOrd="0" destOrd="0" presId="urn:microsoft.com/office/officeart/2005/8/layout/orgChart1"/>
    <dgm:cxn modelId="{6FCBE390-4058-4C16-A0A9-4A1BC2ACA375}" type="presParOf" srcId="{10A2AC48-F1D8-4445-A2CA-42550C08F61C}" destId="{BABF542A-75D7-40EB-9FA2-73FC710B42CA}" srcOrd="1" destOrd="0" presId="urn:microsoft.com/office/officeart/2005/8/layout/orgChart1"/>
    <dgm:cxn modelId="{E6C91B8B-FCEC-4398-9C14-0BF66E23A70A}" type="presParOf" srcId="{903315BC-AF0B-4E73-B6AB-A489D18C90AC}" destId="{1ADD23EF-0197-4811-97BE-E56081046E44}" srcOrd="1" destOrd="0" presId="urn:microsoft.com/office/officeart/2005/8/layout/orgChart1"/>
    <dgm:cxn modelId="{42F5D8D4-971B-4930-9A17-36395E381F26}" type="presParOf" srcId="{1ADD23EF-0197-4811-97BE-E56081046E44}" destId="{23904656-C1E7-40E0-BE70-E13720BA6C33}" srcOrd="0" destOrd="0" presId="urn:microsoft.com/office/officeart/2005/8/layout/orgChart1"/>
    <dgm:cxn modelId="{59297A50-F663-4E0B-97C7-6E23EF500BA7}" type="presParOf" srcId="{1ADD23EF-0197-4811-97BE-E56081046E44}" destId="{29FAA9DA-98B2-4912-97E7-4916873AC26C}" srcOrd="1" destOrd="0" presId="urn:microsoft.com/office/officeart/2005/8/layout/orgChart1"/>
    <dgm:cxn modelId="{5BD15477-ECAC-4296-BCAC-0EE6F82B4850}" type="presParOf" srcId="{29FAA9DA-98B2-4912-97E7-4916873AC26C}" destId="{1B10D81C-4AEB-4919-B0FC-99A59F5AB635}" srcOrd="0" destOrd="0" presId="urn:microsoft.com/office/officeart/2005/8/layout/orgChart1"/>
    <dgm:cxn modelId="{32E8134C-6CD8-4336-9503-C8B285AB8B3F}" type="presParOf" srcId="{1B10D81C-4AEB-4919-B0FC-99A59F5AB635}" destId="{D304A9E1-828E-4D85-A56E-221C81C5C29D}" srcOrd="0" destOrd="0" presId="urn:microsoft.com/office/officeart/2005/8/layout/orgChart1"/>
    <dgm:cxn modelId="{7DF443AC-59E3-450D-AE7A-E0DF74A02BF4}" type="presParOf" srcId="{1B10D81C-4AEB-4919-B0FC-99A59F5AB635}" destId="{77F50C4B-EE8F-4346-A036-167D9A229A8E}" srcOrd="1" destOrd="0" presId="urn:microsoft.com/office/officeart/2005/8/layout/orgChart1"/>
    <dgm:cxn modelId="{274E74B2-07D9-4903-B575-4DCCD0F940DE}" type="presParOf" srcId="{29FAA9DA-98B2-4912-97E7-4916873AC26C}" destId="{F3AAE649-7978-449B-BF62-C5035B78C529}" srcOrd="1" destOrd="0" presId="urn:microsoft.com/office/officeart/2005/8/layout/orgChart1"/>
    <dgm:cxn modelId="{B290724D-E496-4E7A-B4A9-B8FA534B031F}" type="presParOf" srcId="{29FAA9DA-98B2-4912-97E7-4916873AC26C}" destId="{FDD3AC6E-B215-4B27-BDB1-A311758F1EAA}" srcOrd="2" destOrd="0" presId="urn:microsoft.com/office/officeart/2005/8/layout/orgChart1"/>
    <dgm:cxn modelId="{8C6FC0D8-4570-474E-BF7F-ADBE54B20BA1}" type="presParOf" srcId="{1ADD23EF-0197-4811-97BE-E56081046E44}" destId="{19D9E3F7-976D-4776-B983-9D2C3588BCB3}" srcOrd="2" destOrd="0" presId="urn:microsoft.com/office/officeart/2005/8/layout/orgChart1"/>
    <dgm:cxn modelId="{3B13956D-FA69-466A-AD05-82340A80E71D}" type="presParOf" srcId="{1ADD23EF-0197-4811-97BE-E56081046E44}" destId="{4FF729D5-BA28-4D3B-A488-654671DB3004}" srcOrd="3" destOrd="0" presId="urn:microsoft.com/office/officeart/2005/8/layout/orgChart1"/>
    <dgm:cxn modelId="{087061E6-140B-4289-8BE0-B7210ABFF188}" type="presParOf" srcId="{4FF729D5-BA28-4D3B-A488-654671DB3004}" destId="{E07E804C-BD4E-4CAE-A237-8335C629D723}" srcOrd="0" destOrd="0" presId="urn:microsoft.com/office/officeart/2005/8/layout/orgChart1"/>
    <dgm:cxn modelId="{A01BEFFF-3556-4096-AF40-9541CE20341A}" type="presParOf" srcId="{E07E804C-BD4E-4CAE-A237-8335C629D723}" destId="{F3F81334-DF34-410A-9195-019433768F04}" srcOrd="0" destOrd="0" presId="urn:microsoft.com/office/officeart/2005/8/layout/orgChart1"/>
    <dgm:cxn modelId="{223987DA-852E-4575-9C1F-4F35E142A630}" type="presParOf" srcId="{E07E804C-BD4E-4CAE-A237-8335C629D723}" destId="{E7AA4AE6-24FB-4291-B045-7A0B2AE3328D}" srcOrd="1" destOrd="0" presId="urn:microsoft.com/office/officeart/2005/8/layout/orgChart1"/>
    <dgm:cxn modelId="{D330B863-A046-4761-AEE7-59E857D0790C}" type="presParOf" srcId="{4FF729D5-BA28-4D3B-A488-654671DB3004}" destId="{B8F84A57-4738-4F83-8165-1D52D8BDA657}" srcOrd="1" destOrd="0" presId="urn:microsoft.com/office/officeart/2005/8/layout/orgChart1"/>
    <dgm:cxn modelId="{B381FF4A-3886-49AB-829D-69E4F50E68E2}" type="presParOf" srcId="{4FF729D5-BA28-4D3B-A488-654671DB3004}" destId="{3AF55991-CA46-4BC3-A16D-9C4D239AC01D}" srcOrd="2" destOrd="0" presId="urn:microsoft.com/office/officeart/2005/8/layout/orgChart1"/>
    <dgm:cxn modelId="{D9452033-99E3-45C4-93B8-93DF99F19F88}" type="presParOf" srcId="{1ADD23EF-0197-4811-97BE-E56081046E44}" destId="{97293E94-E7D4-4496-A024-A2241F528BB7}" srcOrd="4" destOrd="0" presId="urn:microsoft.com/office/officeart/2005/8/layout/orgChart1"/>
    <dgm:cxn modelId="{D9CD005A-0662-4F35-9BB1-E3D936C87DB4}" type="presParOf" srcId="{1ADD23EF-0197-4811-97BE-E56081046E44}" destId="{07DA5AE2-0944-477A-A4E1-AA3B1358243F}" srcOrd="5" destOrd="0" presId="urn:microsoft.com/office/officeart/2005/8/layout/orgChart1"/>
    <dgm:cxn modelId="{DCDCA814-A678-49A6-B5C0-A9F254722DF4}" type="presParOf" srcId="{07DA5AE2-0944-477A-A4E1-AA3B1358243F}" destId="{C562AB18-244B-4D67-8A50-F8840A9D8BBC}" srcOrd="0" destOrd="0" presId="urn:microsoft.com/office/officeart/2005/8/layout/orgChart1"/>
    <dgm:cxn modelId="{F6EBE4F4-364A-467B-9210-D5605EAB6674}" type="presParOf" srcId="{C562AB18-244B-4D67-8A50-F8840A9D8BBC}" destId="{18AE44E1-830B-46B5-B30E-DFC6DB46462C}" srcOrd="0" destOrd="0" presId="urn:microsoft.com/office/officeart/2005/8/layout/orgChart1"/>
    <dgm:cxn modelId="{CE07AF32-86B5-41D7-8E2E-C449C906E3FA}" type="presParOf" srcId="{C562AB18-244B-4D67-8A50-F8840A9D8BBC}" destId="{37BD879A-8303-4949-80F5-6E5FB529992D}" srcOrd="1" destOrd="0" presId="urn:microsoft.com/office/officeart/2005/8/layout/orgChart1"/>
    <dgm:cxn modelId="{181E7157-AB6E-4D10-ACD5-E7B03FD070A8}" type="presParOf" srcId="{07DA5AE2-0944-477A-A4E1-AA3B1358243F}" destId="{695F52A3-D7CC-4D41-8451-9B9674D72A84}" srcOrd="1" destOrd="0" presId="urn:microsoft.com/office/officeart/2005/8/layout/orgChart1"/>
    <dgm:cxn modelId="{B559A247-B1F8-4692-AA02-F1C161B94ECD}" type="presParOf" srcId="{07DA5AE2-0944-477A-A4E1-AA3B1358243F}" destId="{A66D23A8-07CC-4260-A97D-2739E908D90C}" srcOrd="2" destOrd="0" presId="urn:microsoft.com/office/officeart/2005/8/layout/orgChart1"/>
    <dgm:cxn modelId="{4ED5779D-5B1C-4482-ACDE-4E75535C0AB7}" type="presParOf" srcId="{903315BC-AF0B-4E73-B6AB-A489D18C90AC}" destId="{C92C5E35-765C-47AA-B43A-BB6F9F497465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2718B2A-1D80-49BD-98AF-7B21A74535B8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AR"/>
        </a:p>
      </dgm:t>
    </dgm:pt>
    <dgm:pt modelId="{E107A138-7A92-4680-88F0-FB6177B56E54}">
      <dgm:prSet/>
      <dgm:spPr/>
      <dgm:t>
        <a:bodyPr/>
        <a:lstStyle/>
        <a:p>
          <a:r>
            <a:rPr lang="es-ES" b="1" dirty="0"/>
            <a:t>Interface</a:t>
          </a:r>
          <a:r>
            <a:rPr lang="es-ES" dirty="0"/>
            <a:t> (o clase abstracta) </a:t>
          </a:r>
          <a:r>
            <a:rPr lang="es-ES" i="1" dirty="0" err="1"/>
            <a:t>Strategy</a:t>
          </a:r>
          <a:r>
            <a:rPr lang="es-ES" dirty="0"/>
            <a:t>:</a:t>
          </a:r>
          <a:endParaRPr lang="es-AR" dirty="0"/>
        </a:p>
      </dgm:t>
    </dgm:pt>
    <dgm:pt modelId="{AAA837B3-DBF7-4F20-B5B1-8D7B9427D147}" type="parTrans" cxnId="{46D787F4-2655-4F03-9576-8D81C53E2652}">
      <dgm:prSet/>
      <dgm:spPr/>
      <dgm:t>
        <a:bodyPr/>
        <a:lstStyle/>
        <a:p>
          <a:endParaRPr lang="es-AR"/>
        </a:p>
      </dgm:t>
    </dgm:pt>
    <dgm:pt modelId="{9D821AE3-77E1-4351-B179-F30373E2E06B}" type="sibTrans" cxnId="{46D787F4-2655-4F03-9576-8D81C53E2652}">
      <dgm:prSet/>
      <dgm:spPr/>
      <dgm:t>
        <a:bodyPr/>
        <a:lstStyle/>
        <a:p>
          <a:endParaRPr lang="es-AR"/>
        </a:p>
      </dgm:t>
    </dgm:pt>
    <dgm:pt modelId="{59D5A8CF-0E62-4872-83D9-F776E56A7FBA}">
      <dgm:prSet/>
      <dgm:spPr/>
      <dgm:t>
        <a:bodyPr/>
        <a:lstStyle/>
        <a:p>
          <a:r>
            <a:rPr lang="es-ES" b="1" dirty="0"/>
            <a:t>Clases de estrategias concretas:</a:t>
          </a:r>
          <a:endParaRPr lang="es-AR" dirty="0"/>
        </a:p>
      </dgm:t>
    </dgm:pt>
    <dgm:pt modelId="{B3ADE6DA-A57F-44F1-9004-1904DD67B514}" type="parTrans" cxnId="{481E7877-BEDB-4698-9D04-2DDBE9C490B1}">
      <dgm:prSet/>
      <dgm:spPr/>
      <dgm:t>
        <a:bodyPr/>
        <a:lstStyle/>
        <a:p>
          <a:endParaRPr lang="es-AR"/>
        </a:p>
      </dgm:t>
    </dgm:pt>
    <dgm:pt modelId="{09922A17-8025-4D2E-811A-6259087F4A02}" type="sibTrans" cxnId="{481E7877-BEDB-4698-9D04-2DDBE9C490B1}">
      <dgm:prSet/>
      <dgm:spPr/>
      <dgm:t>
        <a:bodyPr/>
        <a:lstStyle/>
        <a:p>
          <a:endParaRPr lang="es-AR"/>
        </a:p>
      </dgm:t>
    </dgm:pt>
    <dgm:pt modelId="{5A08B4AD-2BB7-4E26-9763-50D2833D6615}">
      <dgm:prSet/>
      <dgm:spPr/>
      <dgm:t>
        <a:bodyPr/>
        <a:lstStyle/>
        <a:p>
          <a:r>
            <a:rPr lang="es-ES" b="1" dirty="0"/>
            <a:t>Contexto:</a:t>
          </a:r>
          <a:endParaRPr lang="es-AR" dirty="0"/>
        </a:p>
      </dgm:t>
    </dgm:pt>
    <dgm:pt modelId="{D0D0ACE2-B1B1-425F-980E-3F57F5416D0F}" type="parTrans" cxnId="{22721C52-EB10-4C78-BC2D-E1A5270A0BA6}">
      <dgm:prSet/>
      <dgm:spPr/>
      <dgm:t>
        <a:bodyPr/>
        <a:lstStyle/>
        <a:p>
          <a:endParaRPr lang="es-AR"/>
        </a:p>
      </dgm:t>
    </dgm:pt>
    <dgm:pt modelId="{6984B1AA-BAB4-4E1C-B7E2-3D15B475ACCF}" type="sibTrans" cxnId="{22721C52-EB10-4C78-BC2D-E1A5270A0BA6}">
      <dgm:prSet/>
      <dgm:spPr/>
      <dgm:t>
        <a:bodyPr/>
        <a:lstStyle/>
        <a:p>
          <a:endParaRPr lang="es-AR"/>
        </a:p>
      </dgm:t>
    </dgm:pt>
    <dgm:pt modelId="{19340629-C842-4FC6-B5D5-0326F3C567FA}">
      <dgm:prSet/>
      <dgm:spPr/>
      <dgm:t>
        <a:bodyPr/>
        <a:lstStyle/>
        <a:p>
          <a:r>
            <a:rPr lang="es-ES"/>
            <a:t>Define la firma del método que se utilizará como estrategia de resolución de algún problema. </a:t>
          </a:r>
          <a:endParaRPr lang="es-AR" dirty="0"/>
        </a:p>
      </dgm:t>
    </dgm:pt>
    <dgm:pt modelId="{1B3DFC5F-D2DF-4EE2-A3A8-B4196277DA2B}" type="parTrans" cxnId="{8222013A-772C-44F2-98C3-C29DBB3DEC5E}">
      <dgm:prSet/>
      <dgm:spPr/>
      <dgm:t>
        <a:bodyPr/>
        <a:lstStyle/>
        <a:p>
          <a:endParaRPr lang="es-AR"/>
        </a:p>
      </dgm:t>
    </dgm:pt>
    <dgm:pt modelId="{2637E544-316C-4C3D-A5C3-DCE5CCD0CE37}" type="sibTrans" cxnId="{8222013A-772C-44F2-98C3-C29DBB3DEC5E}">
      <dgm:prSet/>
      <dgm:spPr/>
      <dgm:t>
        <a:bodyPr/>
        <a:lstStyle/>
        <a:p>
          <a:endParaRPr lang="es-AR"/>
        </a:p>
      </dgm:t>
    </dgm:pt>
    <dgm:pt modelId="{B78A7FCA-F363-41D6-80BF-4CF029B6DB08}">
      <dgm:prSet/>
      <dgm:spPr/>
      <dgm:t>
        <a:bodyPr/>
        <a:lstStyle/>
        <a:p>
          <a:r>
            <a:rPr lang="es-ES" dirty="0"/>
            <a:t>Clases que implementan la </a:t>
          </a:r>
          <a:r>
            <a:rPr lang="es-ES" i="1" dirty="0"/>
            <a:t>interface </a:t>
          </a:r>
          <a:r>
            <a:rPr lang="es-ES" i="1" dirty="0" err="1"/>
            <a:t>Strategy</a:t>
          </a:r>
          <a:r>
            <a:rPr lang="es-ES" i="1" dirty="0"/>
            <a:t> </a:t>
          </a:r>
          <a:r>
            <a:rPr lang="es-ES" dirty="0"/>
            <a:t>(o que heredan de ella, si ésta fuera clase abstracta), es decir, que tienen la implementación real del algoritmo.</a:t>
          </a:r>
          <a:endParaRPr lang="es-AR" dirty="0"/>
        </a:p>
      </dgm:t>
    </dgm:pt>
    <dgm:pt modelId="{C31F25B7-EC65-491C-9ACB-C47D5BE8FACE}" type="parTrans" cxnId="{61448B49-9EEC-4E84-8681-C843A542BC0E}">
      <dgm:prSet/>
      <dgm:spPr/>
      <dgm:t>
        <a:bodyPr/>
        <a:lstStyle/>
        <a:p>
          <a:endParaRPr lang="es-AR"/>
        </a:p>
      </dgm:t>
    </dgm:pt>
    <dgm:pt modelId="{F3925B70-5B18-42C2-A229-44361F22E8C0}" type="sibTrans" cxnId="{61448B49-9EEC-4E84-8681-C843A542BC0E}">
      <dgm:prSet/>
      <dgm:spPr/>
      <dgm:t>
        <a:bodyPr/>
        <a:lstStyle/>
        <a:p>
          <a:endParaRPr lang="es-AR"/>
        </a:p>
      </dgm:t>
    </dgm:pt>
    <dgm:pt modelId="{A6CE7B51-9A0A-4E50-9205-89CE3F084F81}">
      <dgm:prSet/>
      <dgm:spPr/>
      <dgm:t>
        <a:bodyPr/>
        <a:lstStyle/>
        <a:p>
          <a:r>
            <a:rPr lang="es-ES" dirty="0"/>
            <a:t>Clase que tiene referencia a la interface/clase abstracta </a:t>
          </a:r>
          <a:r>
            <a:rPr lang="es-ES" i="1" dirty="0" err="1"/>
            <a:t>Strategy</a:t>
          </a:r>
          <a:r>
            <a:rPr lang="es-ES" dirty="0"/>
            <a:t>, cuyos objetos van a delegar la responsabilidad de resolución de algún problema en la estrategia. Estos objetos utilizarán de forma polimórfica a las estrategias concretas. </a:t>
          </a:r>
          <a:endParaRPr lang="es-AR" dirty="0"/>
        </a:p>
      </dgm:t>
    </dgm:pt>
    <dgm:pt modelId="{90B65EE5-35C2-4359-95C5-E3636227221A}" type="parTrans" cxnId="{ADF36E51-63A3-43DD-9B6E-0A2A853CE994}">
      <dgm:prSet/>
      <dgm:spPr/>
      <dgm:t>
        <a:bodyPr/>
        <a:lstStyle/>
        <a:p>
          <a:endParaRPr lang="es-AR"/>
        </a:p>
      </dgm:t>
    </dgm:pt>
    <dgm:pt modelId="{95BB01BC-B183-4FD1-BB29-3E6C3CD6E9D7}" type="sibTrans" cxnId="{ADF36E51-63A3-43DD-9B6E-0A2A853CE994}">
      <dgm:prSet/>
      <dgm:spPr/>
      <dgm:t>
        <a:bodyPr/>
        <a:lstStyle/>
        <a:p>
          <a:endParaRPr lang="es-AR"/>
        </a:p>
      </dgm:t>
    </dgm:pt>
    <dgm:pt modelId="{6054A508-6149-4C1D-83C4-42F7533F7DCD}" type="pres">
      <dgm:prSet presAssocID="{F2718B2A-1D80-49BD-98AF-7B21A74535B8}" presName="Name0" presStyleCnt="0">
        <dgm:presLayoutVars>
          <dgm:dir/>
          <dgm:animLvl val="lvl"/>
          <dgm:resizeHandles val="exact"/>
        </dgm:presLayoutVars>
      </dgm:prSet>
      <dgm:spPr/>
    </dgm:pt>
    <dgm:pt modelId="{509AFEDC-E617-4396-9AE8-C318D830E636}" type="pres">
      <dgm:prSet presAssocID="{E107A138-7A92-4680-88F0-FB6177B56E54}" presName="composite" presStyleCnt="0"/>
      <dgm:spPr/>
    </dgm:pt>
    <dgm:pt modelId="{0EEC900D-49DC-4167-9E5C-AD269E9B0922}" type="pres">
      <dgm:prSet presAssocID="{E107A138-7A92-4680-88F0-FB6177B56E54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234EB9E6-3725-4EBC-B12E-3C06622D7D9D}" type="pres">
      <dgm:prSet presAssocID="{E107A138-7A92-4680-88F0-FB6177B56E54}" presName="desTx" presStyleLbl="alignAccFollowNode1" presStyleIdx="0" presStyleCnt="3">
        <dgm:presLayoutVars>
          <dgm:bulletEnabled val="1"/>
        </dgm:presLayoutVars>
      </dgm:prSet>
      <dgm:spPr/>
    </dgm:pt>
    <dgm:pt modelId="{EC8B2551-97AE-4C97-841D-1ECB74A64E85}" type="pres">
      <dgm:prSet presAssocID="{9D821AE3-77E1-4351-B179-F30373E2E06B}" presName="space" presStyleCnt="0"/>
      <dgm:spPr/>
    </dgm:pt>
    <dgm:pt modelId="{EEF9C3A7-3B54-4096-B8A2-314E17853361}" type="pres">
      <dgm:prSet presAssocID="{59D5A8CF-0E62-4872-83D9-F776E56A7FBA}" presName="composite" presStyleCnt="0"/>
      <dgm:spPr/>
    </dgm:pt>
    <dgm:pt modelId="{88F29BE6-2596-4484-8AF5-DEF3AC5B2732}" type="pres">
      <dgm:prSet presAssocID="{59D5A8CF-0E62-4872-83D9-F776E56A7FBA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3982DC56-2DE5-4BBC-BF5D-AEF791BA02AF}" type="pres">
      <dgm:prSet presAssocID="{59D5A8CF-0E62-4872-83D9-F776E56A7FBA}" presName="desTx" presStyleLbl="alignAccFollowNode1" presStyleIdx="1" presStyleCnt="3">
        <dgm:presLayoutVars>
          <dgm:bulletEnabled val="1"/>
        </dgm:presLayoutVars>
      </dgm:prSet>
      <dgm:spPr/>
    </dgm:pt>
    <dgm:pt modelId="{3C17E530-9E99-407A-BC29-660FDCAADFF4}" type="pres">
      <dgm:prSet presAssocID="{09922A17-8025-4D2E-811A-6259087F4A02}" presName="space" presStyleCnt="0"/>
      <dgm:spPr/>
    </dgm:pt>
    <dgm:pt modelId="{120B4694-7DF4-40F1-ABD9-3919A62DEA94}" type="pres">
      <dgm:prSet presAssocID="{5A08B4AD-2BB7-4E26-9763-50D2833D6615}" presName="composite" presStyleCnt="0"/>
      <dgm:spPr/>
    </dgm:pt>
    <dgm:pt modelId="{53DE5F0D-C94F-47CF-B54F-E39432440E15}" type="pres">
      <dgm:prSet presAssocID="{5A08B4AD-2BB7-4E26-9763-50D2833D6615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3FB28838-9148-401B-8F46-40ED028EBC2C}" type="pres">
      <dgm:prSet presAssocID="{5A08B4AD-2BB7-4E26-9763-50D2833D6615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081BB300-B08B-4609-B836-F7678A845AF5}" type="presOf" srcId="{5A08B4AD-2BB7-4E26-9763-50D2833D6615}" destId="{53DE5F0D-C94F-47CF-B54F-E39432440E15}" srcOrd="0" destOrd="0" presId="urn:microsoft.com/office/officeart/2005/8/layout/hList1"/>
    <dgm:cxn modelId="{8B7A2F10-B7FD-4295-891B-72FFFCD5EB64}" type="presOf" srcId="{F2718B2A-1D80-49BD-98AF-7B21A74535B8}" destId="{6054A508-6149-4C1D-83C4-42F7533F7DCD}" srcOrd="0" destOrd="0" presId="urn:microsoft.com/office/officeart/2005/8/layout/hList1"/>
    <dgm:cxn modelId="{8222013A-772C-44F2-98C3-C29DBB3DEC5E}" srcId="{E107A138-7A92-4680-88F0-FB6177B56E54}" destId="{19340629-C842-4FC6-B5D5-0326F3C567FA}" srcOrd="0" destOrd="0" parTransId="{1B3DFC5F-D2DF-4EE2-A3A8-B4196277DA2B}" sibTransId="{2637E544-316C-4C3D-A5C3-DCE5CCD0CE37}"/>
    <dgm:cxn modelId="{61448B49-9EEC-4E84-8681-C843A542BC0E}" srcId="{59D5A8CF-0E62-4872-83D9-F776E56A7FBA}" destId="{B78A7FCA-F363-41D6-80BF-4CF029B6DB08}" srcOrd="0" destOrd="0" parTransId="{C31F25B7-EC65-491C-9ACB-C47D5BE8FACE}" sibTransId="{F3925B70-5B18-42C2-A229-44361F22E8C0}"/>
    <dgm:cxn modelId="{ADF36E51-63A3-43DD-9B6E-0A2A853CE994}" srcId="{5A08B4AD-2BB7-4E26-9763-50D2833D6615}" destId="{A6CE7B51-9A0A-4E50-9205-89CE3F084F81}" srcOrd="0" destOrd="0" parTransId="{90B65EE5-35C2-4359-95C5-E3636227221A}" sibTransId="{95BB01BC-B183-4FD1-BB29-3E6C3CD6E9D7}"/>
    <dgm:cxn modelId="{22721C52-EB10-4C78-BC2D-E1A5270A0BA6}" srcId="{F2718B2A-1D80-49BD-98AF-7B21A74535B8}" destId="{5A08B4AD-2BB7-4E26-9763-50D2833D6615}" srcOrd="2" destOrd="0" parTransId="{D0D0ACE2-B1B1-425F-980E-3F57F5416D0F}" sibTransId="{6984B1AA-BAB4-4E1C-B7E2-3D15B475ACCF}"/>
    <dgm:cxn modelId="{481E7877-BEDB-4698-9D04-2DDBE9C490B1}" srcId="{F2718B2A-1D80-49BD-98AF-7B21A74535B8}" destId="{59D5A8CF-0E62-4872-83D9-F776E56A7FBA}" srcOrd="1" destOrd="0" parTransId="{B3ADE6DA-A57F-44F1-9004-1904DD67B514}" sibTransId="{09922A17-8025-4D2E-811A-6259087F4A02}"/>
    <dgm:cxn modelId="{FFB24788-2A07-4882-A9DF-E24C5D2BEC2B}" type="presOf" srcId="{59D5A8CF-0E62-4872-83D9-F776E56A7FBA}" destId="{88F29BE6-2596-4484-8AF5-DEF3AC5B2732}" srcOrd="0" destOrd="0" presId="urn:microsoft.com/office/officeart/2005/8/layout/hList1"/>
    <dgm:cxn modelId="{3C019989-D24A-4A3B-B9EC-914BA0F935FC}" type="presOf" srcId="{19340629-C842-4FC6-B5D5-0326F3C567FA}" destId="{234EB9E6-3725-4EBC-B12E-3C06622D7D9D}" srcOrd="0" destOrd="0" presId="urn:microsoft.com/office/officeart/2005/8/layout/hList1"/>
    <dgm:cxn modelId="{6854C0A5-0EC9-4B14-B78A-207014A97347}" type="presOf" srcId="{B78A7FCA-F363-41D6-80BF-4CF029B6DB08}" destId="{3982DC56-2DE5-4BBC-BF5D-AEF791BA02AF}" srcOrd="0" destOrd="0" presId="urn:microsoft.com/office/officeart/2005/8/layout/hList1"/>
    <dgm:cxn modelId="{B3CC8AC4-F4D1-4962-8AC8-009DE5FAAF45}" type="presOf" srcId="{E107A138-7A92-4680-88F0-FB6177B56E54}" destId="{0EEC900D-49DC-4167-9E5C-AD269E9B0922}" srcOrd="0" destOrd="0" presId="urn:microsoft.com/office/officeart/2005/8/layout/hList1"/>
    <dgm:cxn modelId="{3DE6F4F2-F339-4CC9-800E-637B028776D0}" type="presOf" srcId="{A6CE7B51-9A0A-4E50-9205-89CE3F084F81}" destId="{3FB28838-9148-401B-8F46-40ED028EBC2C}" srcOrd="0" destOrd="0" presId="urn:microsoft.com/office/officeart/2005/8/layout/hList1"/>
    <dgm:cxn modelId="{46D787F4-2655-4F03-9576-8D81C53E2652}" srcId="{F2718B2A-1D80-49BD-98AF-7B21A74535B8}" destId="{E107A138-7A92-4680-88F0-FB6177B56E54}" srcOrd="0" destOrd="0" parTransId="{AAA837B3-DBF7-4F20-B5B1-8D7B9427D147}" sibTransId="{9D821AE3-77E1-4351-B179-F30373E2E06B}"/>
    <dgm:cxn modelId="{C854FE0B-C00E-4EB7-9E8E-520806393561}" type="presParOf" srcId="{6054A508-6149-4C1D-83C4-42F7533F7DCD}" destId="{509AFEDC-E617-4396-9AE8-C318D830E636}" srcOrd="0" destOrd="0" presId="urn:microsoft.com/office/officeart/2005/8/layout/hList1"/>
    <dgm:cxn modelId="{CE44FE23-5C90-408E-A5FD-0530E71860BE}" type="presParOf" srcId="{509AFEDC-E617-4396-9AE8-C318D830E636}" destId="{0EEC900D-49DC-4167-9E5C-AD269E9B0922}" srcOrd="0" destOrd="0" presId="urn:microsoft.com/office/officeart/2005/8/layout/hList1"/>
    <dgm:cxn modelId="{3A8BC527-78B6-40CE-ADFA-18D55B3969C6}" type="presParOf" srcId="{509AFEDC-E617-4396-9AE8-C318D830E636}" destId="{234EB9E6-3725-4EBC-B12E-3C06622D7D9D}" srcOrd="1" destOrd="0" presId="urn:microsoft.com/office/officeart/2005/8/layout/hList1"/>
    <dgm:cxn modelId="{4AC56215-B85C-455F-8D6B-5D2A2346E9D0}" type="presParOf" srcId="{6054A508-6149-4C1D-83C4-42F7533F7DCD}" destId="{EC8B2551-97AE-4C97-841D-1ECB74A64E85}" srcOrd="1" destOrd="0" presId="urn:microsoft.com/office/officeart/2005/8/layout/hList1"/>
    <dgm:cxn modelId="{C7141932-CFF8-414B-999D-58E55F37C6E0}" type="presParOf" srcId="{6054A508-6149-4C1D-83C4-42F7533F7DCD}" destId="{EEF9C3A7-3B54-4096-B8A2-314E17853361}" srcOrd="2" destOrd="0" presId="urn:microsoft.com/office/officeart/2005/8/layout/hList1"/>
    <dgm:cxn modelId="{8C589147-0B2C-4C07-BEC2-35CCEDD5E7C6}" type="presParOf" srcId="{EEF9C3A7-3B54-4096-B8A2-314E17853361}" destId="{88F29BE6-2596-4484-8AF5-DEF3AC5B2732}" srcOrd="0" destOrd="0" presId="urn:microsoft.com/office/officeart/2005/8/layout/hList1"/>
    <dgm:cxn modelId="{24969728-AC53-4D51-8654-495CED480BE4}" type="presParOf" srcId="{EEF9C3A7-3B54-4096-B8A2-314E17853361}" destId="{3982DC56-2DE5-4BBC-BF5D-AEF791BA02AF}" srcOrd="1" destOrd="0" presId="urn:microsoft.com/office/officeart/2005/8/layout/hList1"/>
    <dgm:cxn modelId="{F624D2AE-9E29-4649-9F26-0E9915597C0B}" type="presParOf" srcId="{6054A508-6149-4C1D-83C4-42F7533F7DCD}" destId="{3C17E530-9E99-407A-BC29-660FDCAADFF4}" srcOrd="3" destOrd="0" presId="urn:microsoft.com/office/officeart/2005/8/layout/hList1"/>
    <dgm:cxn modelId="{F649C7E4-F62A-4B67-B112-F0DC69D92C2D}" type="presParOf" srcId="{6054A508-6149-4C1D-83C4-42F7533F7DCD}" destId="{120B4694-7DF4-40F1-ABD9-3919A62DEA94}" srcOrd="4" destOrd="0" presId="urn:microsoft.com/office/officeart/2005/8/layout/hList1"/>
    <dgm:cxn modelId="{147282FB-DE5F-4BE7-94F8-B8DD30ABC539}" type="presParOf" srcId="{120B4694-7DF4-40F1-ABD9-3919A62DEA94}" destId="{53DE5F0D-C94F-47CF-B54F-E39432440E15}" srcOrd="0" destOrd="0" presId="urn:microsoft.com/office/officeart/2005/8/layout/hList1"/>
    <dgm:cxn modelId="{EC254BC3-C3E4-4CB7-9B5F-0CAE5132B65A}" type="presParOf" srcId="{120B4694-7DF4-40F1-ABD9-3919A62DEA94}" destId="{3FB28838-9148-401B-8F46-40ED028EBC2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9359AF-990D-43BF-85BB-8A39E5CF4E63}">
      <dsp:nvSpPr>
        <dsp:cNvPr id="0" name=""/>
        <dsp:cNvSpPr/>
      </dsp:nvSpPr>
      <dsp:spPr>
        <a:xfrm>
          <a:off x="0" y="23022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1875CD-09E1-4476-91D5-1ED44C29EB68}">
      <dsp:nvSpPr>
        <dsp:cNvPr id="0" name=""/>
        <dsp:cNvSpPr/>
      </dsp:nvSpPr>
      <dsp:spPr>
        <a:xfrm>
          <a:off x="425099" y="3834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Propósito </a:t>
          </a:r>
          <a:endParaRPr lang="es-AR" sz="2400" b="1" kern="1200" dirty="0"/>
        </a:p>
      </dsp:txBody>
      <dsp:txXfrm>
        <a:off x="443833" y="57083"/>
        <a:ext cx="5913930" cy="346292"/>
      </dsp:txXfrm>
    </dsp:sp>
    <dsp:sp modelId="{3BA98FA4-CAF2-4781-9FE4-2A79568F2E4F}">
      <dsp:nvSpPr>
        <dsp:cNvPr id="0" name=""/>
        <dsp:cNvSpPr/>
      </dsp:nvSpPr>
      <dsp:spPr>
        <a:xfrm>
          <a:off x="0" y="81990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58759-1BE7-41AD-B6B9-C68C099E5528}">
      <dsp:nvSpPr>
        <dsp:cNvPr id="0" name=""/>
        <dsp:cNvSpPr/>
      </dsp:nvSpPr>
      <dsp:spPr>
        <a:xfrm>
          <a:off x="425099" y="62802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Motivación </a:t>
          </a:r>
          <a:endParaRPr lang="es-AR" sz="2400" b="1" kern="1200" dirty="0"/>
        </a:p>
      </dsp:txBody>
      <dsp:txXfrm>
        <a:off x="443833" y="646763"/>
        <a:ext cx="5913930" cy="346292"/>
      </dsp:txXfrm>
    </dsp:sp>
    <dsp:sp modelId="{45F6DBF3-A909-4942-85AA-2DD04FFA0CDF}">
      <dsp:nvSpPr>
        <dsp:cNvPr id="0" name=""/>
        <dsp:cNvSpPr/>
      </dsp:nvSpPr>
      <dsp:spPr>
        <a:xfrm>
          <a:off x="0" y="140958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14F537-EFA1-4F1A-9CBC-FB0D70D01574}">
      <dsp:nvSpPr>
        <dsp:cNvPr id="0" name=""/>
        <dsp:cNvSpPr/>
      </dsp:nvSpPr>
      <dsp:spPr>
        <a:xfrm>
          <a:off x="425099" y="121770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Participantes </a:t>
          </a:r>
          <a:endParaRPr lang="es-AR" sz="2400" b="1" kern="1200" dirty="0"/>
        </a:p>
      </dsp:txBody>
      <dsp:txXfrm>
        <a:off x="443833" y="1236443"/>
        <a:ext cx="5913930" cy="346292"/>
      </dsp:txXfrm>
    </dsp:sp>
    <dsp:sp modelId="{A90EC0D5-DB2C-4939-BE5E-B962C2ABE0FB}">
      <dsp:nvSpPr>
        <dsp:cNvPr id="0" name=""/>
        <dsp:cNvSpPr/>
      </dsp:nvSpPr>
      <dsp:spPr>
        <a:xfrm>
          <a:off x="0" y="199926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567DA8-856F-4460-8095-965A7326254B}">
      <dsp:nvSpPr>
        <dsp:cNvPr id="0" name=""/>
        <dsp:cNvSpPr/>
      </dsp:nvSpPr>
      <dsp:spPr>
        <a:xfrm>
          <a:off x="425099" y="180738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Colaboraciones </a:t>
          </a:r>
          <a:endParaRPr lang="es-AR" sz="2400" b="1" kern="1200" dirty="0"/>
        </a:p>
      </dsp:txBody>
      <dsp:txXfrm>
        <a:off x="443833" y="1826123"/>
        <a:ext cx="5913930" cy="346292"/>
      </dsp:txXfrm>
    </dsp:sp>
    <dsp:sp modelId="{D21EFC96-688F-42D0-A15E-CB14A35AFCC1}">
      <dsp:nvSpPr>
        <dsp:cNvPr id="0" name=""/>
        <dsp:cNvSpPr/>
      </dsp:nvSpPr>
      <dsp:spPr>
        <a:xfrm>
          <a:off x="0" y="258894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C83C63-700A-4FF2-B4F2-8FDC8F2601E9}">
      <dsp:nvSpPr>
        <dsp:cNvPr id="0" name=""/>
        <dsp:cNvSpPr/>
      </dsp:nvSpPr>
      <dsp:spPr>
        <a:xfrm>
          <a:off x="425099" y="239706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Consecuencias </a:t>
          </a:r>
          <a:endParaRPr lang="es-AR" sz="2400" b="1" kern="1200" dirty="0"/>
        </a:p>
      </dsp:txBody>
      <dsp:txXfrm>
        <a:off x="443833" y="2415803"/>
        <a:ext cx="5913930" cy="346292"/>
      </dsp:txXfrm>
    </dsp:sp>
    <dsp:sp modelId="{31219A7B-DCCE-469F-8AFD-0AA42DBC0A64}">
      <dsp:nvSpPr>
        <dsp:cNvPr id="0" name=""/>
        <dsp:cNvSpPr/>
      </dsp:nvSpPr>
      <dsp:spPr>
        <a:xfrm>
          <a:off x="0" y="317862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DED6934-D3FB-4919-9D12-1A8FB783295A}">
      <dsp:nvSpPr>
        <dsp:cNvPr id="0" name=""/>
        <dsp:cNvSpPr/>
      </dsp:nvSpPr>
      <dsp:spPr>
        <a:xfrm>
          <a:off x="425099" y="298674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Implementación código de ejemplo </a:t>
          </a:r>
          <a:endParaRPr lang="es-AR" sz="2400" b="1" kern="1200" dirty="0"/>
        </a:p>
      </dsp:txBody>
      <dsp:txXfrm>
        <a:off x="443833" y="3005483"/>
        <a:ext cx="5913930" cy="346292"/>
      </dsp:txXfrm>
    </dsp:sp>
    <dsp:sp modelId="{CD68DFB1-47EE-49C0-9498-6D1122A49E64}">
      <dsp:nvSpPr>
        <dsp:cNvPr id="0" name=""/>
        <dsp:cNvSpPr/>
      </dsp:nvSpPr>
      <dsp:spPr>
        <a:xfrm>
          <a:off x="0" y="376830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DDF2D2-2514-478A-841E-23C6161472F9}">
      <dsp:nvSpPr>
        <dsp:cNvPr id="0" name=""/>
        <dsp:cNvSpPr/>
      </dsp:nvSpPr>
      <dsp:spPr>
        <a:xfrm>
          <a:off x="425099" y="357642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Usos conocidos </a:t>
          </a:r>
          <a:endParaRPr lang="es-AR" sz="2400" b="1" kern="1200" dirty="0"/>
        </a:p>
      </dsp:txBody>
      <dsp:txXfrm>
        <a:off x="443833" y="3595163"/>
        <a:ext cx="5913930" cy="346292"/>
      </dsp:txXfrm>
    </dsp:sp>
    <dsp:sp modelId="{1CB6EE33-2074-4521-8A0B-DB1E0A114FD6}">
      <dsp:nvSpPr>
        <dsp:cNvPr id="0" name=""/>
        <dsp:cNvSpPr/>
      </dsp:nvSpPr>
      <dsp:spPr>
        <a:xfrm>
          <a:off x="0" y="4357989"/>
          <a:ext cx="8501998" cy="327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B4D423-AED1-4579-B2E2-9E44EB7D8121}">
      <dsp:nvSpPr>
        <dsp:cNvPr id="0" name=""/>
        <dsp:cNvSpPr/>
      </dsp:nvSpPr>
      <dsp:spPr>
        <a:xfrm>
          <a:off x="425099" y="4166109"/>
          <a:ext cx="5951398" cy="3837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949" tIns="0" rIns="22494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Patrones relacionados </a:t>
          </a:r>
          <a:endParaRPr lang="es-AR" sz="2400" b="1" kern="1200" dirty="0"/>
        </a:p>
      </dsp:txBody>
      <dsp:txXfrm>
        <a:off x="443833" y="4184843"/>
        <a:ext cx="5913930" cy="3462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31073A-D494-48AF-99E1-533912E50F32}">
      <dsp:nvSpPr>
        <dsp:cNvPr id="0" name=""/>
        <dsp:cNvSpPr/>
      </dsp:nvSpPr>
      <dsp:spPr>
        <a:xfrm>
          <a:off x="2672" y="75102"/>
          <a:ext cx="2605825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 dirty="0"/>
            <a:t>ENTERPRISE</a:t>
          </a:r>
          <a:r>
            <a:rPr lang="es-ES" sz="2300" kern="1200" dirty="0"/>
            <a:t> </a:t>
          </a:r>
          <a:endParaRPr lang="es-AR" sz="2300" kern="1200" dirty="0"/>
        </a:p>
      </dsp:txBody>
      <dsp:txXfrm>
        <a:off x="2672" y="75102"/>
        <a:ext cx="2605825" cy="662400"/>
      </dsp:txXfrm>
    </dsp:sp>
    <dsp:sp modelId="{0A8E744E-0620-4547-A848-15E48945B775}">
      <dsp:nvSpPr>
        <dsp:cNvPr id="0" name=""/>
        <dsp:cNvSpPr/>
      </dsp:nvSpPr>
      <dsp:spPr>
        <a:xfrm>
          <a:off x="2672" y="737502"/>
          <a:ext cx="2605825" cy="25885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/>
            <a:t>Define la estrategia tecnológica y de negocio de la organización para el desarrollo de sus sistemas. </a:t>
          </a:r>
          <a:endParaRPr lang="es-AR" sz="2300" kern="1200" dirty="0"/>
        </a:p>
      </dsp:txBody>
      <dsp:txXfrm>
        <a:off x="2672" y="737502"/>
        <a:ext cx="2605825" cy="2588535"/>
      </dsp:txXfrm>
    </dsp:sp>
    <dsp:sp modelId="{370F0A3C-1A62-40B3-ADDD-96F931299ADA}">
      <dsp:nvSpPr>
        <dsp:cNvPr id="0" name=""/>
        <dsp:cNvSpPr/>
      </dsp:nvSpPr>
      <dsp:spPr>
        <a:xfrm>
          <a:off x="2973313" y="75102"/>
          <a:ext cx="2605825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 dirty="0"/>
            <a:t>SISTEMA</a:t>
          </a:r>
          <a:endParaRPr lang="es-AR" sz="2300" kern="1200" dirty="0"/>
        </a:p>
      </dsp:txBody>
      <dsp:txXfrm>
        <a:off x="2973313" y="75102"/>
        <a:ext cx="2605825" cy="662400"/>
      </dsp:txXfrm>
    </dsp:sp>
    <dsp:sp modelId="{376869DB-7B8A-43D0-B561-F3635E2715FD}">
      <dsp:nvSpPr>
        <dsp:cNvPr id="0" name=""/>
        <dsp:cNvSpPr/>
      </dsp:nvSpPr>
      <dsp:spPr>
        <a:xfrm>
          <a:off x="2973313" y="737502"/>
          <a:ext cx="2605825" cy="25885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/>
            <a:t>Arquitectura de software e infraestructura. </a:t>
          </a:r>
          <a:endParaRPr lang="es-AR" sz="2300" kern="1200" dirty="0"/>
        </a:p>
      </dsp:txBody>
      <dsp:txXfrm>
        <a:off x="2973313" y="737502"/>
        <a:ext cx="2605825" cy="2588535"/>
      </dsp:txXfrm>
    </dsp:sp>
    <dsp:sp modelId="{A771EB93-4927-4301-982E-8C00D1E49F97}">
      <dsp:nvSpPr>
        <dsp:cNvPr id="0" name=""/>
        <dsp:cNvSpPr/>
      </dsp:nvSpPr>
      <dsp:spPr>
        <a:xfrm>
          <a:off x="5943954" y="75102"/>
          <a:ext cx="2605825" cy="66240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576" tIns="93472" rIns="163576" bIns="93472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300" b="1" kern="1200" dirty="0"/>
            <a:t>SOFTWARE</a:t>
          </a:r>
          <a:endParaRPr lang="es-AR" sz="2300" kern="1200" dirty="0"/>
        </a:p>
      </dsp:txBody>
      <dsp:txXfrm>
        <a:off x="5943954" y="75102"/>
        <a:ext cx="2605825" cy="662400"/>
      </dsp:txXfrm>
    </dsp:sp>
    <dsp:sp modelId="{3F33D6D8-2B82-4963-980E-40F760A72ECA}">
      <dsp:nvSpPr>
        <dsp:cNvPr id="0" name=""/>
        <dsp:cNvSpPr/>
      </dsp:nvSpPr>
      <dsp:spPr>
        <a:xfrm>
          <a:off x="5943954" y="737502"/>
          <a:ext cx="2605825" cy="258853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682" tIns="122682" rIns="163576" bIns="184023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300" kern="1200" dirty="0"/>
            <a:t>Arquitectura de Software para una aplicación o subsistema. </a:t>
          </a:r>
          <a:endParaRPr lang="es-AR" sz="2300" kern="1200" dirty="0"/>
        </a:p>
      </dsp:txBody>
      <dsp:txXfrm>
        <a:off x="5943954" y="737502"/>
        <a:ext cx="2605825" cy="25885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012692-5734-42B2-8B8C-C6566580B2A8}">
      <dsp:nvSpPr>
        <dsp:cNvPr id="0" name=""/>
        <dsp:cNvSpPr/>
      </dsp:nvSpPr>
      <dsp:spPr>
        <a:xfrm>
          <a:off x="0" y="288633"/>
          <a:ext cx="8454025" cy="1154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/>
            <a:t>• En la vista se puede validar campos requeridos y consistencia (números y/o letras donde corresponda, entre otras cosas). </a:t>
          </a:r>
          <a:endParaRPr lang="es-AR" sz="2400" b="1" kern="1200"/>
        </a:p>
      </dsp:txBody>
      <dsp:txXfrm>
        <a:off x="56366" y="344999"/>
        <a:ext cx="8341293" cy="1041923"/>
      </dsp:txXfrm>
    </dsp:sp>
    <dsp:sp modelId="{51464F5D-AE4D-4A98-8302-E74879D715C7}">
      <dsp:nvSpPr>
        <dsp:cNvPr id="0" name=""/>
        <dsp:cNvSpPr/>
      </dsp:nvSpPr>
      <dsp:spPr>
        <a:xfrm>
          <a:off x="0" y="1457562"/>
          <a:ext cx="8454025" cy="1337298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• En el controlador se debería volver a validar la consistencia de los datos y los campos requeridos. También se puede realizar una validación adicional contra un servicio externo o componente local. </a:t>
          </a:r>
          <a:endParaRPr lang="es-AR" sz="2400" b="1" kern="1200" dirty="0"/>
        </a:p>
      </dsp:txBody>
      <dsp:txXfrm>
        <a:off x="65282" y="1522844"/>
        <a:ext cx="8323461" cy="1206734"/>
      </dsp:txXfrm>
    </dsp:sp>
    <dsp:sp modelId="{A2A20FEA-7D1B-4A51-A8F7-73A8F80D2D59}">
      <dsp:nvSpPr>
        <dsp:cNvPr id="0" name=""/>
        <dsp:cNvSpPr/>
      </dsp:nvSpPr>
      <dsp:spPr>
        <a:xfrm>
          <a:off x="0" y="2809134"/>
          <a:ext cx="8454025" cy="1154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/>
            <a:t>• En el modelo se deberían realizar las validaciones explícitas del negocio. </a:t>
          </a:r>
          <a:endParaRPr lang="es-AR" sz="2400" b="1" kern="1200"/>
        </a:p>
      </dsp:txBody>
      <dsp:txXfrm>
        <a:off x="56366" y="2865500"/>
        <a:ext cx="8341293" cy="10419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868C89-DB57-4598-A281-EC437CA079D9}">
      <dsp:nvSpPr>
        <dsp:cNvPr id="0" name=""/>
        <dsp:cNvSpPr/>
      </dsp:nvSpPr>
      <dsp:spPr>
        <a:xfrm>
          <a:off x="41" y="761"/>
          <a:ext cx="3963388" cy="892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/>
            <a:t>Ventajas </a:t>
          </a:r>
          <a:endParaRPr lang="es-AR" sz="2400" kern="1200"/>
        </a:p>
      </dsp:txBody>
      <dsp:txXfrm>
        <a:off x="41" y="761"/>
        <a:ext cx="3963388" cy="892800"/>
      </dsp:txXfrm>
    </dsp:sp>
    <dsp:sp modelId="{2087DF4B-2F26-48A6-803E-79A6491F8113}">
      <dsp:nvSpPr>
        <dsp:cNvPr id="0" name=""/>
        <dsp:cNvSpPr/>
      </dsp:nvSpPr>
      <dsp:spPr>
        <a:xfrm>
          <a:off x="41" y="893561"/>
          <a:ext cx="3963388" cy="27921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Buena separación de intereses. </a:t>
          </a:r>
          <a:endParaRPr lang="es-A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Reusabilidad de vistas y controladores. </a:t>
          </a:r>
          <a:endParaRPr lang="es-A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Flexibilidad.</a:t>
          </a:r>
          <a:endParaRPr lang="es-AR" sz="2400" kern="1200" dirty="0"/>
        </a:p>
      </dsp:txBody>
      <dsp:txXfrm>
        <a:off x="41" y="893561"/>
        <a:ext cx="3963388" cy="2792179"/>
      </dsp:txXfrm>
    </dsp:sp>
    <dsp:sp modelId="{46FE526C-12E2-4A09-8400-33B70238FECB}">
      <dsp:nvSpPr>
        <dsp:cNvPr id="0" name=""/>
        <dsp:cNvSpPr/>
      </dsp:nvSpPr>
      <dsp:spPr>
        <a:xfrm>
          <a:off x="4518304" y="761"/>
          <a:ext cx="3963388" cy="8928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Desventajas</a:t>
          </a:r>
          <a:endParaRPr lang="es-AR" sz="2400" b="1" kern="1200" dirty="0"/>
        </a:p>
      </dsp:txBody>
      <dsp:txXfrm>
        <a:off x="4518304" y="761"/>
        <a:ext cx="3963388" cy="892800"/>
      </dsp:txXfrm>
    </dsp:sp>
    <dsp:sp modelId="{8FBE1322-8859-49C7-BD16-5E5B9C850C39}">
      <dsp:nvSpPr>
        <dsp:cNvPr id="0" name=""/>
        <dsp:cNvSpPr/>
      </dsp:nvSpPr>
      <dsp:spPr>
        <a:xfrm>
          <a:off x="4518304" y="893561"/>
          <a:ext cx="3963388" cy="27921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Mayor complejidad de las aplicaciones.</a:t>
          </a:r>
          <a:endParaRPr lang="es-A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No siempre útil en aplicaciones con “poca interactividad” o con “vistas simples”.</a:t>
          </a:r>
          <a:endParaRPr lang="es-AR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2400" kern="1200" dirty="0"/>
            <a:t>Difícil de testear.</a:t>
          </a:r>
          <a:endParaRPr lang="es-AR" sz="2400" kern="1200" dirty="0"/>
        </a:p>
      </dsp:txBody>
      <dsp:txXfrm>
        <a:off x="4518304" y="893561"/>
        <a:ext cx="3963388" cy="279217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293E94-E7D4-4496-A024-A2241F528BB7}">
      <dsp:nvSpPr>
        <dsp:cNvPr id="0" name=""/>
        <dsp:cNvSpPr/>
      </dsp:nvSpPr>
      <dsp:spPr>
        <a:xfrm>
          <a:off x="4402540" y="1598328"/>
          <a:ext cx="3114829" cy="54059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0295"/>
              </a:lnTo>
              <a:lnTo>
                <a:pt x="3114829" y="270295"/>
              </a:lnTo>
              <a:lnTo>
                <a:pt x="3114829" y="540590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9D9E3F7-976D-4776-B983-9D2C3588BCB3}">
      <dsp:nvSpPr>
        <dsp:cNvPr id="0" name=""/>
        <dsp:cNvSpPr/>
      </dsp:nvSpPr>
      <dsp:spPr>
        <a:xfrm>
          <a:off x="4356820" y="1598328"/>
          <a:ext cx="91440" cy="54059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40590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3904656-C1E7-40E0-BE70-E13720BA6C33}">
      <dsp:nvSpPr>
        <dsp:cNvPr id="0" name=""/>
        <dsp:cNvSpPr/>
      </dsp:nvSpPr>
      <dsp:spPr>
        <a:xfrm>
          <a:off x="1287710" y="1598328"/>
          <a:ext cx="3114829" cy="540590"/>
        </a:xfrm>
        <a:custGeom>
          <a:avLst/>
          <a:gdLst/>
          <a:ahLst/>
          <a:cxnLst/>
          <a:rect l="0" t="0" r="0" b="0"/>
          <a:pathLst>
            <a:path>
              <a:moveTo>
                <a:pt x="3114829" y="0"/>
              </a:moveTo>
              <a:lnTo>
                <a:pt x="3114829" y="270295"/>
              </a:lnTo>
              <a:lnTo>
                <a:pt x="0" y="270295"/>
              </a:lnTo>
              <a:lnTo>
                <a:pt x="0" y="540590"/>
              </a:lnTo>
            </a:path>
          </a:pathLst>
        </a:custGeom>
        <a:noFill/>
        <a:ln w="12700" cap="flat" cmpd="sng" algn="ctr">
          <a:solidFill>
            <a:schemeClr val="accent4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CC58C6-CE9A-45A1-98AD-82FBC40095FC}">
      <dsp:nvSpPr>
        <dsp:cNvPr id="0" name=""/>
        <dsp:cNvSpPr/>
      </dsp:nvSpPr>
      <dsp:spPr>
        <a:xfrm>
          <a:off x="1495812" y="311209"/>
          <a:ext cx="5813455" cy="12871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2400" b="1" kern="1200" dirty="0"/>
            <a:t>Los patrones de diseño se clasifican en tres grandes categorías: </a:t>
          </a:r>
          <a:endParaRPr lang="es-AR" sz="2400" b="1" kern="1200" dirty="0"/>
        </a:p>
      </dsp:txBody>
      <dsp:txXfrm>
        <a:off x="1495812" y="311209"/>
        <a:ext cx="5813455" cy="1287119"/>
      </dsp:txXfrm>
    </dsp:sp>
    <dsp:sp modelId="{D304A9E1-828E-4D85-A56E-221C81C5C29D}">
      <dsp:nvSpPr>
        <dsp:cNvPr id="0" name=""/>
        <dsp:cNvSpPr/>
      </dsp:nvSpPr>
      <dsp:spPr>
        <a:xfrm>
          <a:off x="591" y="2138918"/>
          <a:ext cx="2574239" cy="24435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Creacionales</a:t>
          </a:r>
          <a:r>
            <a:rPr lang="es-ES" sz="1900" kern="1200" dirty="0"/>
            <a:t>: abstraen el proceso de creación/instanciación de los objetos. Se los suele utilizar cuando debemos crear objetos, complejos o no, tomando decisiones dinámicas en momento de ejecución. </a:t>
          </a:r>
          <a:endParaRPr lang="es-AR" sz="1900" kern="1200" dirty="0"/>
        </a:p>
      </dsp:txBody>
      <dsp:txXfrm>
        <a:off x="591" y="2138918"/>
        <a:ext cx="2574239" cy="2443519"/>
      </dsp:txXfrm>
    </dsp:sp>
    <dsp:sp modelId="{F3F81334-DF34-410A-9195-019433768F04}">
      <dsp:nvSpPr>
        <dsp:cNvPr id="0" name=""/>
        <dsp:cNvSpPr/>
      </dsp:nvSpPr>
      <dsp:spPr>
        <a:xfrm>
          <a:off x="3115420" y="2138918"/>
          <a:ext cx="2574239" cy="24435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Comportamiento</a:t>
          </a:r>
          <a:r>
            <a:rPr lang="es-ES" sz="1900" kern="1200" dirty="0"/>
            <a:t>: resuelven cuestiones, complejas o no, de interacción entre objetos en momento de ejecución. </a:t>
          </a:r>
          <a:endParaRPr lang="es-AR" sz="1900" kern="1200" dirty="0"/>
        </a:p>
      </dsp:txBody>
      <dsp:txXfrm>
        <a:off x="3115420" y="2138918"/>
        <a:ext cx="2574239" cy="2443519"/>
      </dsp:txXfrm>
    </dsp:sp>
    <dsp:sp modelId="{18AE44E1-830B-46B5-B30E-DFC6DB46462C}">
      <dsp:nvSpPr>
        <dsp:cNvPr id="0" name=""/>
        <dsp:cNvSpPr/>
      </dsp:nvSpPr>
      <dsp:spPr>
        <a:xfrm>
          <a:off x="6230249" y="2138918"/>
          <a:ext cx="2574239" cy="24435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065" tIns="12065" rIns="12065" bIns="12065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900" b="1" kern="1200" dirty="0"/>
            <a:t>Estructurales</a:t>
          </a:r>
          <a:r>
            <a:rPr lang="es-ES" sz="1900" kern="1200" dirty="0"/>
            <a:t>: resuelven cuestiones, generalmente complejas, de generación y/o utilización de estructuras complejas o que no están acopladas al dominio. </a:t>
          </a:r>
          <a:endParaRPr lang="es-AR" sz="1900" kern="1200" dirty="0"/>
        </a:p>
      </dsp:txBody>
      <dsp:txXfrm>
        <a:off x="6230249" y="2138918"/>
        <a:ext cx="2574239" cy="244351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EC900D-49DC-4167-9E5C-AD269E9B0922}">
      <dsp:nvSpPr>
        <dsp:cNvPr id="0" name=""/>
        <dsp:cNvSpPr/>
      </dsp:nvSpPr>
      <dsp:spPr>
        <a:xfrm>
          <a:off x="2693" y="48645"/>
          <a:ext cx="2626491" cy="651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Interface</a:t>
          </a:r>
          <a:r>
            <a:rPr lang="es-ES" sz="1800" kern="1200" dirty="0"/>
            <a:t> (o clase abstracta) </a:t>
          </a:r>
          <a:r>
            <a:rPr lang="es-ES" sz="1800" i="1" kern="1200" dirty="0" err="1"/>
            <a:t>Strategy</a:t>
          </a:r>
          <a:r>
            <a:rPr lang="es-ES" sz="1800" kern="1200" dirty="0"/>
            <a:t>:</a:t>
          </a:r>
          <a:endParaRPr lang="es-AR" sz="1800" kern="1200" dirty="0"/>
        </a:p>
      </dsp:txBody>
      <dsp:txXfrm>
        <a:off x="2693" y="48645"/>
        <a:ext cx="2626491" cy="651449"/>
      </dsp:txXfrm>
    </dsp:sp>
    <dsp:sp modelId="{234EB9E6-3725-4EBC-B12E-3C06622D7D9D}">
      <dsp:nvSpPr>
        <dsp:cNvPr id="0" name=""/>
        <dsp:cNvSpPr/>
      </dsp:nvSpPr>
      <dsp:spPr>
        <a:xfrm>
          <a:off x="2693" y="700094"/>
          <a:ext cx="2626491" cy="3576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/>
            <a:t>Define la firma del método que se utilizará como estrategia de resolución de algún problema. </a:t>
          </a:r>
          <a:endParaRPr lang="es-AR" sz="1800" kern="1200" dirty="0"/>
        </a:p>
      </dsp:txBody>
      <dsp:txXfrm>
        <a:off x="2693" y="700094"/>
        <a:ext cx="2626491" cy="3576193"/>
      </dsp:txXfrm>
    </dsp:sp>
    <dsp:sp modelId="{88F29BE6-2596-4484-8AF5-DEF3AC5B2732}">
      <dsp:nvSpPr>
        <dsp:cNvPr id="0" name=""/>
        <dsp:cNvSpPr/>
      </dsp:nvSpPr>
      <dsp:spPr>
        <a:xfrm>
          <a:off x="2996893" y="48645"/>
          <a:ext cx="2626491" cy="651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Clases de estrategias concretas:</a:t>
          </a:r>
          <a:endParaRPr lang="es-AR" sz="1800" kern="1200" dirty="0"/>
        </a:p>
      </dsp:txBody>
      <dsp:txXfrm>
        <a:off x="2996893" y="48645"/>
        <a:ext cx="2626491" cy="651449"/>
      </dsp:txXfrm>
    </dsp:sp>
    <dsp:sp modelId="{3982DC56-2DE5-4BBC-BF5D-AEF791BA02AF}">
      <dsp:nvSpPr>
        <dsp:cNvPr id="0" name=""/>
        <dsp:cNvSpPr/>
      </dsp:nvSpPr>
      <dsp:spPr>
        <a:xfrm>
          <a:off x="2996893" y="700094"/>
          <a:ext cx="2626491" cy="3576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Clases que implementan la </a:t>
          </a:r>
          <a:r>
            <a:rPr lang="es-ES" sz="1800" i="1" kern="1200" dirty="0"/>
            <a:t>interface </a:t>
          </a:r>
          <a:r>
            <a:rPr lang="es-ES" sz="1800" i="1" kern="1200" dirty="0" err="1"/>
            <a:t>Strategy</a:t>
          </a:r>
          <a:r>
            <a:rPr lang="es-ES" sz="1800" i="1" kern="1200" dirty="0"/>
            <a:t> </a:t>
          </a:r>
          <a:r>
            <a:rPr lang="es-ES" sz="1800" kern="1200" dirty="0"/>
            <a:t>(o que heredan de ella, si ésta fuera clase abstracta), es decir, que tienen la implementación real del algoritmo.</a:t>
          </a:r>
          <a:endParaRPr lang="es-AR" sz="1800" kern="1200" dirty="0"/>
        </a:p>
      </dsp:txBody>
      <dsp:txXfrm>
        <a:off x="2996893" y="700094"/>
        <a:ext cx="2626491" cy="3576193"/>
      </dsp:txXfrm>
    </dsp:sp>
    <dsp:sp modelId="{53DE5F0D-C94F-47CF-B54F-E39432440E15}">
      <dsp:nvSpPr>
        <dsp:cNvPr id="0" name=""/>
        <dsp:cNvSpPr/>
      </dsp:nvSpPr>
      <dsp:spPr>
        <a:xfrm>
          <a:off x="5991093" y="48645"/>
          <a:ext cx="2626491" cy="6514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73152" rIns="128016" bIns="73152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800" b="1" kern="1200" dirty="0"/>
            <a:t>Contexto:</a:t>
          </a:r>
          <a:endParaRPr lang="es-AR" sz="1800" kern="1200" dirty="0"/>
        </a:p>
      </dsp:txBody>
      <dsp:txXfrm>
        <a:off x="5991093" y="48645"/>
        <a:ext cx="2626491" cy="651449"/>
      </dsp:txXfrm>
    </dsp:sp>
    <dsp:sp modelId="{3FB28838-9148-401B-8F46-40ED028EBC2C}">
      <dsp:nvSpPr>
        <dsp:cNvPr id="0" name=""/>
        <dsp:cNvSpPr/>
      </dsp:nvSpPr>
      <dsp:spPr>
        <a:xfrm>
          <a:off x="5991093" y="700094"/>
          <a:ext cx="2626491" cy="3576193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6012" tIns="96012" rIns="128016" bIns="144018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800" kern="1200" dirty="0"/>
            <a:t>Clase que tiene referencia a la interface/clase abstracta </a:t>
          </a:r>
          <a:r>
            <a:rPr lang="es-ES" sz="1800" i="1" kern="1200" dirty="0" err="1"/>
            <a:t>Strategy</a:t>
          </a:r>
          <a:r>
            <a:rPr lang="es-ES" sz="1800" kern="1200" dirty="0"/>
            <a:t>, cuyos objetos van a delegar la responsabilidad de resolución de algún problema en la estrategia. Estos objetos utilizarán de forma polimórfica a las estrategias concretas. </a:t>
          </a:r>
          <a:endParaRPr lang="es-AR" sz="1800" kern="1200" dirty="0"/>
        </a:p>
      </dsp:txBody>
      <dsp:txXfrm>
        <a:off x="5991093" y="700094"/>
        <a:ext cx="2626491" cy="35761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E19318D9-1C74-894A-82B9-08234547CBA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5A90431-346B-FF4F-90F3-5C33DDFC0E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452339-5F8B-F640-A005-4EDA3E12CECF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257D341-252F-154F-BCD0-0D80E26497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543607C-91C9-DD4A-88B2-E4B0E7C4C0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016872-CFF9-7043-9FD8-7CAAB38F3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675552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4448C-68AB-41ED-9AA1-623600B6A404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D0DE57-D832-4C0E-B844-2BC9C8865DC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297747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Calendario&#10;&#10;Descripción generada automáticamente con confianza media">
            <a:extLst>
              <a:ext uri="{FF2B5EF4-FFF2-40B4-BE49-F238E27FC236}">
                <a16:creationId xmlns:a16="http://schemas.microsoft.com/office/drawing/2014/main" id="{7F535B13-CD10-974C-BF7B-B8EA82EEA5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288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FCADEDCF-DA7F-C84B-9E3A-D37447BC1E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21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6BB30792-84BC-5645-AFE5-6C1B6C31C0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459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85B58F2E-6ABC-6141-8351-A9667E5A270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597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&#10;&#10;Descripción generada automáticamente con confianza media">
            <a:extLst>
              <a:ext uri="{FF2B5EF4-FFF2-40B4-BE49-F238E27FC236}">
                <a16:creationId xmlns:a16="http://schemas.microsoft.com/office/drawing/2014/main" id="{B77A4838-F1DD-9046-91FC-E45F806234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93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rma&#10;&#10;Descripción generada automáticamente">
            <a:extLst>
              <a:ext uri="{FF2B5EF4-FFF2-40B4-BE49-F238E27FC236}">
                <a16:creationId xmlns:a16="http://schemas.microsoft.com/office/drawing/2014/main" id="{BFD4B215-CC6C-F747-BEB2-F42A821CE9C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95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3CD84CC3-4E28-3146-BFE5-F7C65E952C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82"/>
            <a:ext cx="12221084" cy="684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15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Gráfico de líneas&#10;&#10;Descripción generada automáticamente">
            <a:extLst>
              <a:ext uri="{FF2B5EF4-FFF2-40B4-BE49-F238E27FC236}">
                <a16:creationId xmlns:a16="http://schemas.microsoft.com/office/drawing/2014/main" id="{91430346-03E4-0841-B9CE-876C88D547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46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783FC83D-79C1-104A-AB7A-0137336B08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084" y="0"/>
            <a:ext cx="1225016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516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2157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6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Forma&#10;&#10;Descripción generada automáticamente">
            <a:extLst>
              <a:ext uri="{FF2B5EF4-FFF2-40B4-BE49-F238E27FC236}">
                <a16:creationId xmlns:a16="http://schemas.microsoft.com/office/drawing/2014/main" id="{21EE62C8-D1C0-584A-83CF-E72D8255CA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615"/>
            <a:ext cx="12192000" cy="68267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124" y="467602"/>
            <a:ext cx="8518635" cy="74778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Ubuntu" panose="020B0504030602030204" pitchFamily="34" charset="0"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8353097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Ubuntu" panose="020B0504030602030204" pitchFamily="34" charset="0"/>
              </a:defRPr>
            </a:lvl1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0697373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665639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81736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520155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68107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025120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16611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222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21397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008124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420459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35493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5326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15" r:id="rId10"/>
    <p:sldLayoutId id="214748373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28B92-081D-4E46-9117-5C5CBD7921D1}" type="datetimeFigureOut">
              <a:rPr lang="es-AR" smtClean="0"/>
              <a:t>22/10/2025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AB3CAF-4838-4752-A64A-D86CFD53E9DF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9758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2475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6920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UADE </a:t>
            </a:r>
            <a:r>
              <a:rPr lang="es-AR" sz="6600" b="1" dirty="0" err="1">
                <a:solidFill>
                  <a:schemeClr val="bg1"/>
                </a:solidFill>
              </a:rPr>
              <a:t>Connect</a:t>
            </a:r>
            <a:endParaRPr lang="es-ES" dirty="0" err="1"/>
          </a:p>
        </p:txBody>
      </p:sp>
    </p:spTree>
    <p:extLst>
      <p:ext uri="{BB962C8B-B14F-4D97-AF65-F5344CB8AC3E}">
        <p14:creationId xmlns:p14="http://schemas.microsoft.com/office/powerpoint/2010/main" val="33166811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586303" y="651032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Temas a desarrollar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729103" y="1866020"/>
            <a:ext cx="6738207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Patrones de diseño </a:t>
            </a:r>
            <a:endParaRPr lang="es-ES" b="1" dirty="0" err="1">
              <a:solidFill>
                <a:srgbClr val="494847"/>
              </a:solidFill>
              <a:ea typeface="+mn-lt"/>
              <a:cs typeface="+mn-lt"/>
            </a:endParaRP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Estructura </a:t>
            </a:r>
            <a:endParaRPr lang="es-ES" b="1" dirty="0">
              <a:solidFill>
                <a:srgbClr val="494847"/>
              </a:solidFill>
              <a:ea typeface="+mn-lt"/>
              <a:cs typeface="+mn-lt"/>
            </a:endParaRP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Partes esenciales </a:t>
            </a:r>
            <a:endParaRPr lang="es-ES" b="1" dirty="0">
              <a:solidFill>
                <a:srgbClr val="494847"/>
              </a:solidFill>
              <a:ea typeface="+mn-lt"/>
              <a:cs typeface="+mn-lt"/>
            </a:endParaRP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3200" b="1" dirty="0">
                <a:solidFill>
                  <a:srgbClr val="7F7F7F"/>
                </a:solidFill>
                <a:ea typeface="+mn-lt"/>
                <a:cs typeface="+mn-lt"/>
              </a:rPr>
              <a:t>Arquitectura de software</a:t>
            </a: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3200" b="1" i="1" dirty="0" err="1">
                <a:solidFill>
                  <a:srgbClr val="7F7F7F"/>
                </a:solidFill>
                <a:ea typeface="+mn-lt"/>
                <a:cs typeface="+mn-lt"/>
              </a:rPr>
              <a:t>Strategy</a:t>
            </a:r>
            <a:endParaRPr lang="es-ES" sz="3200" b="1" i="1" dirty="0">
              <a:solidFill>
                <a:srgbClr val="7F7F7F"/>
              </a:solidFill>
              <a:ea typeface="+mn-lt"/>
              <a:cs typeface="+mn-lt"/>
            </a:endParaRP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3200" b="1" i="1" dirty="0" err="1">
                <a:solidFill>
                  <a:srgbClr val="7F7F7F"/>
                </a:solidFill>
                <a:ea typeface="+mn-lt"/>
                <a:cs typeface="+mn-lt"/>
              </a:rPr>
              <a:t>Adapter</a:t>
            </a:r>
            <a:endParaRPr lang="es-ES" sz="3200" b="1" i="1" dirty="0">
              <a:solidFill>
                <a:srgbClr val="7F7F7F"/>
              </a:solidFill>
              <a:ea typeface="+mn-lt"/>
              <a:cs typeface="+mn-lt"/>
            </a:endParaRPr>
          </a:p>
          <a:p>
            <a:pPr marL="457200" indent="-457200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ES" sz="3200" b="1" dirty="0">
                <a:solidFill>
                  <a:srgbClr val="7F7F7F"/>
                </a:solidFill>
                <a:ea typeface="+mn-lt"/>
                <a:cs typeface="+mn-lt"/>
              </a:rPr>
              <a:t>Síntesis</a:t>
            </a:r>
          </a:p>
        </p:txBody>
      </p:sp>
    </p:spTree>
    <p:extLst>
      <p:ext uri="{BB962C8B-B14F-4D97-AF65-F5344CB8AC3E}">
        <p14:creationId xmlns:p14="http://schemas.microsoft.com/office/powerpoint/2010/main" val="33941744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Patrones de diseño</a:t>
            </a:r>
            <a:endParaRPr lang="es-ES" b="1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3959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06AA4A8-B315-E095-9C48-18783B9FAA95}"/>
              </a:ext>
            </a:extLst>
          </p:cNvPr>
          <p:cNvSpPr txBox="1"/>
          <p:nvPr/>
        </p:nvSpPr>
        <p:spPr>
          <a:xfrm>
            <a:off x="0" y="3236755"/>
            <a:ext cx="550176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sz="3200" b="1" dirty="0">
                <a:solidFill>
                  <a:schemeClr val="accent5"/>
                </a:solidFill>
                <a:ea typeface="+mn-lt"/>
                <a:cs typeface="+mn-lt"/>
              </a:rPr>
              <a:t>“Soluciones conocidas a problemas conocidos” </a:t>
            </a:r>
            <a:endParaRPr lang="es-ES" sz="2400" b="1" dirty="0">
              <a:solidFill>
                <a:schemeClr val="accent5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281F9FC-6509-CEA7-4E1E-1BCFDB578A69}"/>
              </a:ext>
            </a:extLst>
          </p:cNvPr>
          <p:cNvSpPr txBox="1"/>
          <p:nvPr/>
        </p:nvSpPr>
        <p:spPr>
          <a:xfrm>
            <a:off x="423019" y="644421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Patrones de diseño</a:t>
            </a:r>
            <a:endParaRPr lang="es-ES" sz="1050" b="1" dirty="0"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BA4081B-2D93-710E-6FA8-2F2213D494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230" y="2069075"/>
            <a:ext cx="4548160" cy="3652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920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3AFB-D947-C293-9FB1-8FFE2AADC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3E70545-1010-FD07-23EE-37D0EF1DF51E}"/>
              </a:ext>
            </a:extLst>
          </p:cNvPr>
          <p:cNvSpPr txBox="1"/>
          <p:nvPr/>
        </p:nvSpPr>
        <p:spPr>
          <a:xfrm>
            <a:off x="791057" y="1997246"/>
            <a:ext cx="7551359" cy="36009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“Son descripciones de clases y objetos relacionados que están adaptados para resolver un problema de diseño general en un contexto determinado.” </a:t>
            </a:r>
            <a:endParaRPr lang="es-ES" b="1" dirty="0">
              <a:solidFill>
                <a:schemeClr val="tx2"/>
              </a:solidFill>
              <a:ea typeface="+mn-lt"/>
              <a:cs typeface="+mn-lt"/>
            </a:endParaRPr>
          </a:p>
          <a:p>
            <a:pPr algn="just"/>
            <a:r>
              <a:rPr lang="es-ES" sz="1200" dirty="0">
                <a:ea typeface="+mn-lt"/>
                <a:cs typeface="+mn-lt"/>
              </a:rPr>
              <a:t>GAMMA, Erich; HELM, Richard; JOHNSON, Ralph; VLISSIDES, John. </a:t>
            </a:r>
            <a:r>
              <a:rPr lang="es-ES" sz="1200" i="1" err="1">
                <a:ea typeface="+mn-lt"/>
                <a:cs typeface="+mn-lt"/>
              </a:rPr>
              <a:t>Design</a:t>
            </a:r>
            <a:r>
              <a:rPr lang="es-ES" sz="1200" i="1" dirty="0">
                <a:ea typeface="+mn-lt"/>
                <a:cs typeface="+mn-lt"/>
              </a:rPr>
              <a:t> </a:t>
            </a:r>
            <a:r>
              <a:rPr lang="es-ES" sz="1200" i="1" err="1">
                <a:ea typeface="+mn-lt"/>
                <a:cs typeface="+mn-lt"/>
              </a:rPr>
              <a:t>Patterns</a:t>
            </a:r>
            <a:r>
              <a:rPr lang="es-ES" sz="1200" i="1" dirty="0">
                <a:ea typeface="+mn-lt"/>
                <a:cs typeface="+mn-lt"/>
              </a:rPr>
              <a:t>: </a:t>
            </a:r>
            <a:r>
              <a:rPr lang="es-ES" sz="1200" i="1" err="1">
                <a:ea typeface="+mn-lt"/>
                <a:cs typeface="+mn-lt"/>
              </a:rPr>
              <a:t>Elements</a:t>
            </a:r>
            <a:r>
              <a:rPr lang="es-ES" sz="1200" i="1" dirty="0">
                <a:ea typeface="+mn-lt"/>
                <a:cs typeface="+mn-lt"/>
              </a:rPr>
              <a:t> </a:t>
            </a:r>
            <a:r>
              <a:rPr lang="es-ES" sz="1200" i="1" err="1">
                <a:ea typeface="+mn-lt"/>
                <a:cs typeface="+mn-lt"/>
              </a:rPr>
              <a:t>of</a:t>
            </a:r>
            <a:r>
              <a:rPr lang="es-ES" sz="1200" i="1" dirty="0">
                <a:ea typeface="+mn-lt"/>
                <a:cs typeface="+mn-lt"/>
              </a:rPr>
              <a:t> Reusable </a:t>
            </a:r>
            <a:r>
              <a:rPr lang="es-ES" sz="1200" i="1" err="1">
                <a:ea typeface="+mn-lt"/>
                <a:cs typeface="+mn-lt"/>
              </a:rPr>
              <a:t>Object-Oriented</a:t>
            </a:r>
            <a:r>
              <a:rPr lang="es-ES" sz="1200" i="1" dirty="0">
                <a:ea typeface="+mn-lt"/>
                <a:cs typeface="+mn-lt"/>
              </a:rPr>
              <a:t> Software</a:t>
            </a:r>
            <a:r>
              <a:rPr lang="es-ES" sz="1200" dirty="0">
                <a:ea typeface="+mn-lt"/>
                <a:cs typeface="+mn-lt"/>
              </a:rPr>
              <a:t>. 1.ª edición. Prólogo de Grady Booch. Reading, Massachusetts: Addison-Wesley Professional, 31 de octubre de 1994. ISBN 978-0201633610.</a:t>
            </a:r>
            <a:endParaRPr lang="es-ES" sz="1200" dirty="0"/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“Consiste en un diagrama de objetos que forma una solución a un problema conocido y frecuente.”</a:t>
            </a:r>
            <a:endParaRPr lang="es-ES" b="1" dirty="0">
              <a:solidFill>
                <a:schemeClr val="tx2"/>
              </a:solidFill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1200" dirty="0"/>
              <a:t>DEBRAUWER, Laurent. </a:t>
            </a:r>
            <a:r>
              <a:rPr lang="es-ES" sz="1200" i="1" dirty="0"/>
              <a:t>Patrones de diseño en Java. Los 23 modelos de diseño: descripciones y soluciones ilustradas en UML 2 y Java. 3</a:t>
            </a:r>
            <a:r>
              <a:rPr lang="es-ES" sz="1200" dirty="0"/>
              <a:t>. </a:t>
            </a:r>
            <a:r>
              <a:rPr lang="es-ES" sz="1200" dirty="0" err="1"/>
              <a:t>Eni</a:t>
            </a:r>
            <a:r>
              <a:rPr lang="es-ES" sz="1200" dirty="0"/>
              <a:t>, 2005. ISBN 9782409016349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344B38C-5DE6-D5F5-3A67-3F6FE941453D}"/>
              </a:ext>
            </a:extLst>
          </p:cNvPr>
          <p:cNvSpPr txBox="1"/>
          <p:nvPr/>
        </p:nvSpPr>
        <p:spPr>
          <a:xfrm>
            <a:off x="423019" y="644421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Patrones de diseño</a:t>
            </a:r>
            <a:endParaRPr lang="es-ES" sz="1050" b="1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533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624B86F-4249-151D-F319-FB022176CFD4}"/>
              </a:ext>
            </a:extLst>
          </p:cNvPr>
          <p:cNvSpPr txBox="1"/>
          <p:nvPr/>
        </p:nvSpPr>
        <p:spPr>
          <a:xfrm>
            <a:off x="575419" y="3117735"/>
            <a:ext cx="4398363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El objetivo es reutilizar la experiencia de quienes ya se han encontrado con problemas similares y han encontrado una buena solución.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B6949833-D1C2-B763-9DAB-F24A900E6750}"/>
              </a:ext>
            </a:extLst>
          </p:cNvPr>
          <p:cNvSpPr txBox="1"/>
          <p:nvPr/>
        </p:nvSpPr>
        <p:spPr>
          <a:xfrm>
            <a:off x="423019" y="644421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Patrones de diseño</a:t>
            </a:r>
            <a:endParaRPr lang="es-ES" sz="1050" b="1" dirty="0"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2F7CE93-C1EC-9B1F-9B62-9F2CF2AA7D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3782" y="1989861"/>
            <a:ext cx="4110745" cy="383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0221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9FF2-7D89-FB5E-9090-D9C1D1C14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4B9812C-3CEA-C01D-144D-3868FE8AA212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Estructura</a:t>
            </a:r>
            <a:endParaRPr lang="es-ES" b="1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2790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41228-B9B0-1787-2A34-C91D8519B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DD82ECE-F691-3EDF-77E3-C1611079A3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417341"/>
              </p:ext>
            </p:extLst>
          </p:nvPr>
        </p:nvGraphicFramePr>
        <p:xfrm>
          <a:off x="512618" y="1718424"/>
          <a:ext cx="8501998" cy="47239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366B52C6-1267-0590-8D8D-1AAAFD9224D9}"/>
              </a:ext>
            </a:extLst>
          </p:cNvPr>
          <p:cNvSpPr txBox="1"/>
          <p:nvPr/>
        </p:nvSpPr>
        <p:spPr>
          <a:xfrm>
            <a:off x="512618" y="610429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Estructura</a:t>
            </a:r>
            <a:endParaRPr lang="es-ES" sz="1050" b="1" dirty="0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311298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7AF6-E466-0FEE-901B-EDE5A632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0C91CC-9519-4F78-0B0E-99A6F78F534D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Partes esenciales</a:t>
            </a:r>
            <a:endParaRPr lang="es-ES" b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42152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EBAA2-5A86-FFB7-EA7A-A95356565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3A42DFF9-C6DD-D7B8-7CB0-82225D19DA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531" y="1541700"/>
            <a:ext cx="9171865" cy="492328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C6F044B-4D6B-522C-FD81-DE9F9B6FB2A9}"/>
              </a:ext>
            </a:extLst>
          </p:cNvPr>
          <p:cNvSpPr txBox="1"/>
          <p:nvPr/>
        </p:nvSpPr>
        <p:spPr>
          <a:xfrm>
            <a:off x="506415" y="658275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Partes esenciales</a:t>
            </a:r>
            <a:endParaRPr lang="es-ES" sz="1050" b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80677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6F1CB-EC00-82BF-258B-8B460684F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9735330-F854-9D86-1FE8-E6D5238599F0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dirty="0">
                <a:solidFill>
                  <a:prstClr val="white"/>
                </a:solidFill>
                <a:ea typeface="+mn-lt"/>
                <a:cs typeface="+mn-lt"/>
              </a:rPr>
              <a:t>Arquitectura de </a:t>
            </a:r>
            <a:r>
              <a:rPr lang="es-AR" sz="6600" b="1" i="1" dirty="0">
                <a:solidFill>
                  <a:prstClr val="white"/>
                </a:solidFill>
                <a:ea typeface="+mn-lt"/>
                <a:cs typeface="+mn-lt"/>
              </a:rPr>
              <a:t>software</a:t>
            </a:r>
            <a:endParaRPr lang="es-ES" b="1" i="1" dirty="0">
              <a:solidFill>
                <a:prstClr val="white"/>
              </a:solidFill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7673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D83BD5-131D-5D9E-D2A5-9FAEB61AA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60A4F74-6B75-750E-AF5B-D27B3608B109}"/>
              </a:ext>
            </a:extLst>
          </p:cNvPr>
          <p:cNvSpPr txBox="1"/>
          <p:nvPr/>
        </p:nvSpPr>
        <p:spPr>
          <a:xfrm>
            <a:off x="475749" y="2494279"/>
            <a:ext cx="4081262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La arquitectura de software representa la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estructura o estructuras</a:t>
            </a:r>
            <a:r>
              <a:rPr lang="es-ES" sz="2400" dirty="0">
                <a:solidFill>
                  <a:schemeClr val="accent1"/>
                </a:solidFill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del sistema que consiste en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componentes</a:t>
            </a:r>
            <a:r>
              <a:rPr lang="es-ES" sz="2400" dirty="0">
                <a:solidFill>
                  <a:schemeClr val="accent1"/>
                </a:solidFill>
                <a:ea typeface="+mn-lt"/>
                <a:cs typeface="+mn-lt"/>
              </a:rPr>
              <a:t> de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software</a:t>
            </a:r>
            <a:r>
              <a:rPr lang="es-ES" sz="2400" dirty="0">
                <a:ea typeface="+mn-lt"/>
                <a:cs typeface="+mn-lt"/>
              </a:rPr>
              <a:t>, las propiedades externas visibles de esos componentes y las </a:t>
            </a:r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relaciones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entre ellos.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DDC8008E-1A7B-B226-26F9-71165464C451}"/>
              </a:ext>
            </a:extLst>
          </p:cNvPr>
          <p:cNvSpPr txBox="1"/>
          <p:nvPr/>
        </p:nvSpPr>
        <p:spPr>
          <a:xfrm>
            <a:off x="575688" y="630565"/>
            <a:ext cx="9156405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defRPr/>
            </a:pPr>
            <a:r>
              <a:rPr lang="es-AR" sz="4000" b="1" dirty="0">
                <a:solidFill>
                  <a:prstClr val="white"/>
                </a:solidFill>
                <a:ea typeface="+mn-lt"/>
                <a:cs typeface="+mn-lt"/>
              </a:rPr>
              <a:t>Arquitectura de </a:t>
            </a:r>
            <a:r>
              <a:rPr lang="es-AR" sz="4000" b="1" i="1" dirty="0">
                <a:solidFill>
                  <a:prstClr val="white"/>
                </a:solidFill>
                <a:ea typeface="+mn-lt"/>
                <a:cs typeface="+mn-lt"/>
              </a:rPr>
              <a:t>software</a:t>
            </a:r>
            <a:endParaRPr lang="es-ES" sz="1050" b="1" i="1" dirty="0">
              <a:solidFill>
                <a:prstClr val="white"/>
              </a:solidFill>
              <a:ea typeface="+mn-ea"/>
              <a:cs typeface="+mn-cs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ECBF6A3-A080-A243-CE85-1F9ADB2725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168" y="2291719"/>
            <a:ext cx="3837155" cy="3076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74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D1AB6-7E30-25E6-FD6C-FD48DAD2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3D198C8-8171-72E2-AC84-1ADE179F3BB8}"/>
              </a:ext>
            </a:extLst>
          </p:cNvPr>
          <p:cNvSpPr txBox="1"/>
          <p:nvPr/>
        </p:nvSpPr>
        <p:spPr>
          <a:xfrm>
            <a:off x="399030" y="606526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Componentes de software</a:t>
            </a:r>
            <a:endParaRPr lang="es-ES" sz="40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380C879-239B-690D-E88F-258B6CE493EC}"/>
              </a:ext>
            </a:extLst>
          </p:cNvPr>
          <p:cNvSpPr txBox="1"/>
          <p:nvPr/>
        </p:nvSpPr>
        <p:spPr>
          <a:xfrm>
            <a:off x="553775" y="1699449"/>
            <a:ext cx="8495589" cy="48013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Un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componente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es una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pieza de software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que puede ser código fuente, código binario, un ejecutable, o una biblioteca con una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interfaz definida</a:t>
            </a:r>
            <a:r>
              <a:rPr lang="es-ES" sz="2400" dirty="0">
                <a:ea typeface="+mn-lt"/>
                <a:cs typeface="+mn-lt"/>
              </a:rPr>
              <a:t>. </a:t>
            </a:r>
          </a:p>
          <a:p>
            <a:pPr algn="just"/>
            <a:endParaRPr lang="es-ES" dirty="0">
              <a:ea typeface="+mn-lt"/>
              <a:cs typeface="+mn-lt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¿Qué es la interfaz de un componente? </a:t>
            </a:r>
            <a:endParaRPr lang="es-ES" b="1" dirty="0">
              <a:solidFill>
                <a:schemeClr val="tx2"/>
              </a:solidFill>
              <a:ea typeface="+mn-lt"/>
              <a:cs typeface="+mn-lt"/>
            </a:endParaRPr>
          </a:p>
          <a:p>
            <a:pPr lvl="1" algn="just"/>
            <a:r>
              <a:rPr lang="es-ES" sz="2400" dirty="0">
                <a:ea typeface="+mn-lt"/>
                <a:cs typeface="+mn-lt"/>
              </a:rPr>
              <a:t>Una interfaz establece las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operaciones externas</a:t>
            </a:r>
            <a:r>
              <a:rPr lang="es-E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de un componente, las cuales determinan una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parte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del </a:t>
            </a: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comportamiento</a:t>
            </a:r>
            <a:r>
              <a:rPr lang="es-ES" sz="2400" b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del mismo.</a:t>
            </a:r>
            <a:endParaRPr lang="es-ES" dirty="0"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s-ES" sz="2400" b="1" dirty="0">
                <a:solidFill>
                  <a:schemeClr val="tx2"/>
                </a:solidFill>
                <a:ea typeface="+mn-lt"/>
                <a:cs typeface="+mn-lt"/>
              </a:rPr>
              <a:t>¿Cómo se relacionan con otros componentes? </a:t>
            </a:r>
            <a:endParaRPr lang="es-ES" sz="2400" dirty="0">
              <a:ea typeface="+mn-lt"/>
              <a:cs typeface="+mn-lt"/>
            </a:endParaRPr>
          </a:p>
          <a:p>
            <a:pPr lvl="1" algn="just"/>
            <a:r>
              <a:rPr lang="es-ES" sz="2400" dirty="0">
                <a:ea typeface="+mn-lt"/>
                <a:cs typeface="+mn-lt"/>
              </a:rPr>
              <a:t>Se representan las dependencias entre componentes o entre un componente y la interfaz de otro, es decir uno de ellos usa los servicios o funcionalidades del otro. </a:t>
            </a:r>
            <a:endParaRPr lang="es-E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81863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733D93-D1F4-C8F2-B9ED-653906248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081EAD2-7EA7-EE11-E23C-33EEE5327D61}"/>
              </a:ext>
            </a:extLst>
          </p:cNvPr>
          <p:cNvSpPr txBox="1"/>
          <p:nvPr/>
        </p:nvSpPr>
        <p:spPr>
          <a:xfrm>
            <a:off x="549983" y="625570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Niveles</a:t>
            </a:r>
            <a:endParaRPr lang="es-ES" sz="2800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6AE8FB73-F13E-FFF6-A663-BAD57CDAC7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2922594"/>
              </p:ext>
            </p:extLst>
          </p:nvPr>
        </p:nvGraphicFramePr>
        <p:xfrm>
          <a:off x="549983" y="1988277"/>
          <a:ext cx="8552453" cy="34011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6524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9F7EF-E80C-C89E-71D7-F033756C6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AA13101-77CB-9B09-93D1-D6C92F9C7BB7}"/>
              </a:ext>
            </a:extLst>
          </p:cNvPr>
          <p:cNvSpPr txBox="1"/>
          <p:nvPr/>
        </p:nvSpPr>
        <p:spPr>
          <a:xfrm>
            <a:off x="480444" y="597861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Estilos y patrones arquitectónicos </a:t>
            </a:r>
            <a:endParaRPr lang="es-ES" sz="2800" b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pic>
        <p:nvPicPr>
          <p:cNvPr id="4" name="Imagen 3" descr="Texto&#10;&#10;El contenido generado por IA puede ser incorrecto.">
            <a:extLst>
              <a:ext uri="{FF2B5EF4-FFF2-40B4-BE49-F238E27FC236}">
                <a16:creationId xmlns:a16="http://schemas.microsoft.com/office/drawing/2014/main" id="{BBAE411E-BB02-69C9-25F0-4DBAF1641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26" y="1558824"/>
            <a:ext cx="8296844" cy="4887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583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545935-6C6B-229C-7CE1-2A2BC8DF2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67C04E4-8A09-A1A9-AD85-92084D656BD7}"/>
              </a:ext>
            </a:extLst>
          </p:cNvPr>
          <p:cNvSpPr txBox="1"/>
          <p:nvPr/>
        </p:nvSpPr>
        <p:spPr>
          <a:xfrm>
            <a:off x="396922" y="558251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</a:t>
            </a:r>
            <a:endParaRPr lang="es-ES" sz="2800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0BB2D3A-4504-5F2C-8667-D22C1BCB3289}"/>
              </a:ext>
            </a:extLst>
          </p:cNvPr>
          <p:cNvSpPr txBox="1"/>
          <p:nvPr/>
        </p:nvSpPr>
        <p:spPr>
          <a:xfrm>
            <a:off x="551430" y="1641914"/>
            <a:ext cx="8426315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Modelo-vista-controlador (MVC) es un patrón de arquitectura de software (también llamados patrones arquitectónicos) que separa la arquitectura en tres componentes: el modelo, la vista y el controlador. </a:t>
            </a:r>
            <a:endParaRPr lang="es-ES" dirty="0">
              <a:ea typeface="+mn-lt"/>
              <a:cs typeface="+mn-lt"/>
            </a:endParaRPr>
          </a:p>
        </p:txBody>
      </p:sp>
      <p:pic>
        <p:nvPicPr>
          <p:cNvPr id="4" name="Imagen 3" descr="Diagrama&#10;&#10;El contenido generado por IA puede ser incorrecto.">
            <a:extLst>
              <a:ext uri="{FF2B5EF4-FFF2-40B4-BE49-F238E27FC236}">
                <a16:creationId xmlns:a16="http://schemas.microsoft.com/office/drawing/2014/main" id="{F2B73C4D-8795-56E6-7DE6-A49B910DFB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199" y="3587351"/>
            <a:ext cx="5724525" cy="3038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185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24F9D-FD39-A05B-DBE6-8FCC24BA2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596908C-2B2B-0BE8-7259-DD6E2CE38B07}"/>
              </a:ext>
            </a:extLst>
          </p:cNvPr>
          <p:cNvSpPr txBox="1"/>
          <p:nvPr/>
        </p:nvSpPr>
        <p:spPr>
          <a:xfrm>
            <a:off x="522274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 - Modelo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97ED5EAE-6802-B071-857C-0C4FDB15BC49}"/>
              </a:ext>
            </a:extLst>
          </p:cNvPr>
          <p:cNvSpPr txBox="1"/>
          <p:nvPr/>
        </p:nvSpPr>
        <p:spPr>
          <a:xfrm>
            <a:off x="522274" y="1780459"/>
            <a:ext cx="8261508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Está vinculado con la representación de los datos con los cuales el sistema opera. Está relacionado a la lógica y las reglas del negocio.</a:t>
            </a:r>
            <a:endParaRPr lang="es-ES" dirty="0"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1DD1DBFD-55B0-86FC-0D1B-DAA5E40E18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5782" y="2862142"/>
            <a:ext cx="3193278" cy="302685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DD9DB12F-5E06-52DE-7924-E9CA719AE8F2}"/>
              </a:ext>
            </a:extLst>
          </p:cNvPr>
          <p:cNvSpPr txBox="1"/>
          <p:nvPr/>
        </p:nvSpPr>
        <p:spPr>
          <a:xfrm>
            <a:off x="548193" y="3387758"/>
            <a:ext cx="5049044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just">
              <a:defRPr sz="2400">
                <a:ea typeface="+mn-lt"/>
                <a:cs typeface="+mn-lt"/>
              </a:defRPr>
            </a:lvl1pPr>
          </a:lstStyle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s-ES" dirty="0"/>
              <a:t>Valida la especificación de la lógica detallada en el “negocio” </a:t>
            </a:r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endParaRPr lang="es-ES" dirty="0"/>
          </a:p>
          <a:p>
            <a:pPr marL="342900" indent="-342900">
              <a:buClr>
                <a:schemeClr val="tx2"/>
              </a:buClr>
              <a:buFont typeface="Wingdings" panose="05000000000000000000" pitchFamily="2" charset="2"/>
              <a:buChar char="Ø"/>
            </a:pPr>
            <a:r>
              <a:rPr lang="es-ES" dirty="0"/>
              <a:t>Envía a la vista, a través del </a:t>
            </a:r>
            <a:r>
              <a:rPr lang="es-ES" i="1" dirty="0" err="1"/>
              <a:t>controller</a:t>
            </a:r>
            <a:r>
              <a:rPr lang="es-ES" dirty="0"/>
              <a:t>, los datos solicitados para que sean visualizados </a:t>
            </a:r>
          </a:p>
        </p:txBody>
      </p:sp>
    </p:spTree>
    <p:extLst>
      <p:ext uri="{BB962C8B-B14F-4D97-AF65-F5344CB8AC3E}">
        <p14:creationId xmlns:p14="http://schemas.microsoft.com/office/powerpoint/2010/main" val="157801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F4953-88AB-70AB-E35B-B66388011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4B992BD3-35F6-DF79-5779-870E90C9B428}"/>
              </a:ext>
            </a:extLst>
          </p:cNvPr>
          <p:cNvSpPr txBox="1"/>
          <p:nvPr/>
        </p:nvSpPr>
        <p:spPr>
          <a:xfrm>
            <a:off x="399030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 - Controlador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7BA8A78-2458-13F3-2CBC-A3A10EF6904C}"/>
              </a:ext>
            </a:extLst>
          </p:cNvPr>
          <p:cNvSpPr txBox="1"/>
          <p:nvPr/>
        </p:nvSpPr>
        <p:spPr>
          <a:xfrm>
            <a:off x="581485" y="1683926"/>
            <a:ext cx="8440170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Responde a eventos (usualmente acciones del usuario) e invoca peticiones al modelo cuando se hace alguna solicitud sobre los datos.</a:t>
            </a:r>
            <a:endParaRPr lang="es-ES" dirty="0"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4AA94E-0776-3C96-0DDA-4D027C48646E}"/>
              </a:ext>
            </a:extLst>
          </p:cNvPr>
          <p:cNvSpPr txBox="1"/>
          <p:nvPr/>
        </p:nvSpPr>
        <p:spPr>
          <a:xfrm>
            <a:off x="581485" y="3017966"/>
            <a:ext cx="500628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just">
              <a:defRPr sz="2400">
                <a:ea typeface="+mn-lt"/>
                <a:cs typeface="+mn-lt"/>
              </a:defRPr>
            </a:lvl1pPr>
          </a:lstStyle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s-ES" dirty="0"/>
              <a:t>Es el intermediario entre el modelo y la vista.</a:t>
            </a: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s-ES" dirty="0"/>
              <a:t>Responde a eventos de los usuarios (físicos) y de otros sistemas.</a:t>
            </a: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s-ES" dirty="0"/>
              <a:t>Tiene la capacidad de traducir acciones del usuario a actualizaciones (o inserciones) del modelo.</a:t>
            </a:r>
          </a:p>
          <a:p>
            <a:pPr marL="342900" indent="-342900">
              <a:buClr>
                <a:schemeClr val="accent4"/>
              </a:buClr>
              <a:buFont typeface="Wingdings" panose="05000000000000000000" pitchFamily="2" charset="2"/>
              <a:buChar char="v"/>
            </a:pPr>
            <a:r>
              <a:rPr lang="es-ES" dirty="0"/>
              <a:t>Invoca peticiones al modelo.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2CEDF282-AC85-6BF7-15BB-901E2415FA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31" y="3253586"/>
            <a:ext cx="3092963" cy="2752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610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EC231-8D46-74CC-90D9-5179AD79A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161855E-4720-5A56-2536-D714BE794B3D}"/>
              </a:ext>
            </a:extLst>
          </p:cNvPr>
          <p:cNvSpPr txBox="1"/>
          <p:nvPr/>
        </p:nvSpPr>
        <p:spPr>
          <a:xfrm>
            <a:off x="661232" y="572235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 - Vista</a:t>
            </a:r>
            <a:endParaRPr lang="es-ES" sz="2800" b="1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EF9C368-9197-6DE4-9483-6E3979367480}"/>
              </a:ext>
            </a:extLst>
          </p:cNvPr>
          <p:cNvSpPr txBox="1"/>
          <p:nvPr/>
        </p:nvSpPr>
        <p:spPr>
          <a:xfrm>
            <a:off x="661232" y="1675207"/>
            <a:ext cx="8302659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Presenta los datos y su forma de interactuar en un formato adecuado para el usuario. </a:t>
            </a:r>
            <a:endParaRPr lang="es-ES" dirty="0"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Posee lógica para poder representar los datos de la forma más “amigable” para el usuario.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Envía acciones del usuario al controlador.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Solicita actualizaciones (o inserciones) al modelo a través del </a:t>
            </a:r>
            <a:r>
              <a:rPr lang="es-ES" sz="2400" i="1" dirty="0" err="1">
                <a:ea typeface="+mn-lt"/>
                <a:cs typeface="+mn-lt"/>
              </a:rPr>
              <a:t>controller</a:t>
            </a:r>
            <a:r>
              <a:rPr lang="es-ES" sz="2400" i="1" dirty="0">
                <a:ea typeface="+mn-lt"/>
                <a:cs typeface="+mn-lt"/>
              </a:rPr>
              <a:t>.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La comunicación entre la vista y el controlador se debería realizar mediante objetos de transferencia de datos (DTO - </a:t>
            </a:r>
            <a:r>
              <a:rPr lang="es-ES" sz="2400" i="1" dirty="0">
                <a:ea typeface="+mn-lt"/>
                <a:cs typeface="+mn-lt"/>
              </a:rPr>
              <a:t>Data Transfer </a:t>
            </a:r>
            <a:r>
              <a:rPr lang="es-ES" sz="2400" i="1" dirty="0" err="1">
                <a:ea typeface="+mn-lt"/>
                <a:cs typeface="+mn-lt"/>
              </a:rPr>
              <a:t>Objects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dirty="0">
                <a:ea typeface="+mn-lt"/>
                <a:cs typeface="+mn-lt"/>
              </a:rPr>
              <a:t>o VO - </a:t>
            </a:r>
            <a:r>
              <a:rPr lang="es-ES" sz="2400" i="1" dirty="0" err="1">
                <a:ea typeface="+mn-lt"/>
                <a:cs typeface="+mn-lt"/>
              </a:rPr>
              <a:t>Value</a:t>
            </a:r>
            <a:r>
              <a:rPr lang="es-ES" sz="2400" i="1" dirty="0">
                <a:ea typeface="+mn-lt"/>
                <a:cs typeface="+mn-lt"/>
              </a:rPr>
              <a:t> </a:t>
            </a:r>
            <a:r>
              <a:rPr lang="es-ES" sz="2400" i="1" dirty="0" err="1">
                <a:ea typeface="+mn-lt"/>
                <a:cs typeface="+mn-lt"/>
              </a:rPr>
              <a:t>Object</a:t>
            </a:r>
            <a:r>
              <a:rPr lang="es-ES" sz="2400" dirty="0">
                <a:ea typeface="+mn-lt"/>
                <a:cs typeface="+mn-lt"/>
              </a:rPr>
              <a:t>).</a:t>
            </a:r>
            <a:endParaRPr lang="es-E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4275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1586D-DBE8-F278-5AC3-34B0AD1C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E99F8D7-3FF1-A7FA-9E6B-281939DCFA4A}"/>
              </a:ext>
            </a:extLst>
          </p:cNvPr>
          <p:cNvSpPr txBox="1"/>
          <p:nvPr/>
        </p:nvSpPr>
        <p:spPr>
          <a:xfrm>
            <a:off x="613259" y="625570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 - Validación de datos </a:t>
            </a:r>
            <a:endParaRPr lang="es-E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35A9AE72-7E63-1BD2-0002-AA87F05BFC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2362072"/>
              </p:ext>
            </p:extLst>
          </p:nvPr>
        </p:nvGraphicFramePr>
        <p:xfrm>
          <a:off x="613259" y="1675206"/>
          <a:ext cx="8454025" cy="42524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8984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F1BD9-38CA-CE94-9D2D-5DC08D553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BA4FD0ED-62C9-7FC0-7246-2FCBDA58E2F1}"/>
              </a:ext>
            </a:extLst>
          </p:cNvPr>
          <p:cNvSpPr txBox="1"/>
          <p:nvPr/>
        </p:nvSpPr>
        <p:spPr>
          <a:xfrm>
            <a:off x="399029" y="542444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MVC - Ventajas y desventajas</a:t>
            </a:r>
            <a:endParaRPr lang="es-E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5" name="Diagrama 4">
            <a:extLst>
              <a:ext uri="{FF2B5EF4-FFF2-40B4-BE49-F238E27FC236}">
                <a16:creationId xmlns:a16="http://schemas.microsoft.com/office/drawing/2014/main" id="{00574970-75DF-F47F-D4CF-0CF331164A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6114946"/>
              </p:ext>
            </p:extLst>
          </p:nvPr>
        </p:nvGraphicFramePr>
        <p:xfrm>
          <a:off x="560701" y="2090843"/>
          <a:ext cx="8481735" cy="36865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4298692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031F0-35EC-92A1-C988-A0FFD8342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F6356871-9351-79AE-2A2B-D14D46162337}"/>
              </a:ext>
            </a:extLst>
          </p:cNvPr>
          <p:cNvSpPr txBox="1"/>
          <p:nvPr/>
        </p:nvSpPr>
        <p:spPr>
          <a:xfrm>
            <a:off x="587825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Clasificación</a:t>
            </a:r>
            <a:endParaRPr lang="es-ES" sz="2800" b="1" dirty="0">
              <a:solidFill>
                <a:schemeClr val="bg1"/>
              </a:solidFill>
            </a:endParaRPr>
          </a:p>
        </p:txBody>
      </p:sp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2831791D-F422-D451-FB87-7625BC699E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06569694"/>
              </p:ext>
            </p:extLst>
          </p:nvPr>
        </p:nvGraphicFramePr>
        <p:xfrm>
          <a:off x="393862" y="1541275"/>
          <a:ext cx="8805080" cy="48936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138877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C3E617-900F-E43F-A28F-E3265B099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Tabla&#10;&#10;El contenido generado por IA puede ser incorrecto.">
            <a:extLst>
              <a:ext uri="{FF2B5EF4-FFF2-40B4-BE49-F238E27FC236}">
                <a16:creationId xmlns:a16="http://schemas.microsoft.com/office/drawing/2014/main" id="{8FB0990E-A94E-8480-DE3B-47007D9EB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5" y="1902745"/>
            <a:ext cx="7844019" cy="3907201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5FF38DA0-AFDF-2435-176C-C9DD4E189B39}"/>
              </a:ext>
            </a:extLst>
          </p:cNvPr>
          <p:cNvSpPr txBox="1"/>
          <p:nvPr/>
        </p:nvSpPr>
        <p:spPr>
          <a:xfrm>
            <a:off x="587825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Clasificación</a:t>
            </a:r>
            <a:endParaRPr lang="es-E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7714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09A9C5-43FA-136E-6F9A-00497A90A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56A2F27D-EC8D-4D1F-B262-F254E0BED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23" y="1782333"/>
            <a:ext cx="8578878" cy="428147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166DB78A-EBA9-69A6-633C-E9CFC3A3EB22}"/>
              </a:ext>
            </a:extLst>
          </p:cNvPr>
          <p:cNvSpPr txBox="1"/>
          <p:nvPr/>
        </p:nvSpPr>
        <p:spPr>
          <a:xfrm>
            <a:off x="587825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Clasificación</a:t>
            </a:r>
            <a:endParaRPr lang="es-ES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93882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51E23-4B1F-AB2C-2141-CC778D784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3AFBA8D-12BB-7911-568E-918DEC7942E5}"/>
              </a:ext>
            </a:extLst>
          </p:cNvPr>
          <p:cNvSpPr txBox="1"/>
          <p:nvPr/>
        </p:nvSpPr>
        <p:spPr>
          <a:xfrm>
            <a:off x="1517797" y="2828835"/>
            <a:ext cx="9156405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ES" sz="7200" b="1" err="1">
                <a:solidFill>
                  <a:schemeClr val="bg1"/>
                </a:solidFill>
                <a:ea typeface="+mn-lt"/>
                <a:cs typeface="+mn-lt"/>
              </a:rPr>
              <a:t>Strategy</a:t>
            </a:r>
            <a:endParaRPr lang="es-ES" sz="7200" b="1" err="1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831089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B591D2-3C84-A2F7-990B-D627CABC8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7AEC2F3-4B7E-3530-A10F-9459D4FE6BB1}"/>
              </a:ext>
            </a:extLst>
          </p:cNvPr>
          <p:cNvSpPr txBox="1"/>
          <p:nvPr/>
        </p:nvSpPr>
        <p:spPr>
          <a:xfrm>
            <a:off x="399030" y="570153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Strategy</a:t>
            </a:r>
            <a:endParaRPr lang="es-ES" sz="2800" b="1" i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3619E42-F054-8100-41C0-48DB0DB504B7}"/>
              </a:ext>
            </a:extLst>
          </p:cNvPr>
          <p:cNvSpPr txBox="1"/>
          <p:nvPr/>
        </p:nvSpPr>
        <p:spPr>
          <a:xfrm>
            <a:off x="399030" y="1720840"/>
            <a:ext cx="5087370" cy="45243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Es un patrón de </a:t>
            </a:r>
            <a:r>
              <a:rPr lang="es-ES" sz="2400" b="1" dirty="0">
                <a:solidFill>
                  <a:schemeClr val="accent4"/>
                </a:solidFill>
                <a:ea typeface="+mn-lt"/>
                <a:cs typeface="+mn-lt"/>
              </a:rPr>
              <a:t>Comportamiento</a:t>
            </a:r>
            <a:r>
              <a:rPr lang="es-ES" sz="2400" dirty="0">
                <a:ea typeface="+mn-lt"/>
                <a:cs typeface="+mn-lt"/>
              </a:rPr>
              <a:t>.</a:t>
            </a:r>
            <a:endParaRPr lang="es-ES" dirty="0"/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u="sng" dirty="0">
                <a:solidFill>
                  <a:schemeClr val="accent5"/>
                </a:solidFill>
                <a:ea typeface="+mn-lt"/>
                <a:cs typeface="+mn-lt"/>
              </a:rPr>
              <a:t>¿Qué hace? </a:t>
            </a: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800100" lvl="1" indent="-342900" algn="just">
              <a:buClr>
                <a:schemeClr val="accent5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Encapsula distintas formas (o algoritmos) de resolver el mismo problema en diferentes clases. </a:t>
            </a:r>
            <a:endParaRPr lang="es-ES" dirty="0">
              <a:ea typeface="+mn-lt"/>
              <a:cs typeface="+mn-lt"/>
            </a:endParaRPr>
          </a:p>
          <a:p>
            <a:pPr marL="800100" lvl="1" indent="-342900" algn="just">
              <a:buClr>
                <a:schemeClr val="accent5"/>
              </a:buClr>
              <a:buFont typeface="Wingdings" panose="05000000000000000000" pitchFamily="2" charset="2"/>
              <a:buChar char="Ø"/>
            </a:pPr>
            <a:endParaRPr lang="es-ES" sz="2400" dirty="0">
              <a:ea typeface="+mn-lt"/>
              <a:cs typeface="+mn-lt"/>
            </a:endParaRPr>
          </a:p>
          <a:p>
            <a:pPr marL="800100" lvl="1" indent="-342900" algn="just">
              <a:buClr>
                <a:schemeClr val="accent5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Permite intercambiar en momento de ejecución la forma en que un tercero resuelve un problema. </a:t>
            </a:r>
            <a:endParaRPr lang="es-ES" dirty="0">
              <a:ea typeface="+mn-lt"/>
              <a:cs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AE1021E-6122-8795-047A-C00A94383A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1292" y="3031184"/>
            <a:ext cx="2987246" cy="27574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4298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D7694-099B-FDC1-3EC6-08FB1B239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433613B-9080-9AB6-ECC8-0897185E34B9}"/>
              </a:ext>
            </a:extLst>
          </p:cNvPr>
          <p:cNvSpPr txBox="1"/>
          <p:nvPr/>
        </p:nvSpPr>
        <p:spPr>
          <a:xfrm>
            <a:off x="523721" y="611489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</a:t>
            </a:r>
            <a:r>
              <a:rPr lang="es-ES" sz="4000" dirty="0">
                <a:solidFill>
                  <a:schemeClr val="bg1"/>
                </a:solidFill>
                <a:ea typeface="+mn-lt"/>
                <a:cs typeface="+mn-lt"/>
              </a:rPr>
              <a:t>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Strategy</a:t>
            </a:r>
            <a:endParaRPr lang="es-ES" sz="2800" b="1" i="1" dirty="0">
              <a:solidFill>
                <a:schemeClr val="bg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FE0F6F3-B278-C6A7-A664-55AE97CE95C2}"/>
              </a:ext>
            </a:extLst>
          </p:cNvPr>
          <p:cNvSpPr txBox="1"/>
          <p:nvPr/>
        </p:nvSpPr>
        <p:spPr>
          <a:xfrm>
            <a:off x="399030" y="1980007"/>
            <a:ext cx="8412461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>
                <a:ea typeface="+mn-lt"/>
                <a:cs typeface="+mn-lt"/>
              </a:rPr>
              <a:t>Se sugiere su utilización cuando: </a:t>
            </a:r>
            <a:endParaRPr lang="es-ES" dirty="0">
              <a:ea typeface="+mn-lt"/>
              <a:cs typeface="+mn-lt"/>
            </a:endParaRPr>
          </a:p>
          <a:p>
            <a:endParaRPr lang="es-ES" sz="2400" dirty="0">
              <a:ea typeface="+mn-lt"/>
              <a:cs typeface="+mn-lt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ea typeface="+mn-lt"/>
                <a:cs typeface="+mn-lt"/>
              </a:rPr>
              <a:t>Se requiere que un objeto realice una misma acción, pero con un algoritmo distinto o de una forma distinta. </a:t>
            </a:r>
            <a:endParaRPr lang="es-ES" dirty="0">
              <a:ea typeface="+mn-lt"/>
              <a:cs typeface="+mn-lt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s-ES" sz="2400" dirty="0">
              <a:ea typeface="+mn-lt"/>
              <a:cs typeface="+mn-lt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ea typeface="+mn-lt"/>
                <a:cs typeface="+mn-lt"/>
              </a:rPr>
              <a:t>Existen muchas formas de realizar la misma acción (pero con distintos pasos) en el mismo objeto. </a:t>
            </a:r>
            <a:endParaRPr lang="es-ES" dirty="0">
              <a:ea typeface="+mn-lt"/>
              <a:cs typeface="+mn-lt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endParaRPr lang="es-ES" sz="2400" dirty="0">
              <a:ea typeface="+mn-lt"/>
              <a:cs typeface="+mn-lt"/>
            </a:endParaRPr>
          </a:p>
          <a:p>
            <a:pPr marL="800100" lvl="1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ES" sz="2400" dirty="0">
                <a:ea typeface="+mn-lt"/>
                <a:cs typeface="+mn-lt"/>
              </a:rPr>
              <a:t>Se requiere permitir configurar en momento de ejecución la forma en que un objeto realizará una acción. </a:t>
            </a:r>
            <a:endParaRPr lang="es-ES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773349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3D3F-803E-93F0-4DA5-3F4951D3E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a 6">
            <a:extLst>
              <a:ext uri="{FF2B5EF4-FFF2-40B4-BE49-F238E27FC236}">
                <a16:creationId xmlns:a16="http://schemas.microsoft.com/office/drawing/2014/main" id="{FE476452-CFA1-11B4-CB35-6EE46D8FD2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09755908"/>
              </p:ext>
            </p:extLst>
          </p:nvPr>
        </p:nvGraphicFramePr>
        <p:xfrm>
          <a:off x="523721" y="2253403"/>
          <a:ext cx="8620279" cy="43249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93F04280-58A4-1CEE-F5E7-D42135FD67A9}"/>
              </a:ext>
            </a:extLst>
          </p:cNvPr>
          <p:cNvSpPr txBox="1"/>
          <p:nvPr/>
        </p:nvSpPr>
        <p:spPr>
          <a:xfrm>
            <a:off x="523721" y="611489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</a:t>
            </a:r>
            <a:r>
              <a:rPr lang="es-ES" sz="4000" dirty="0">
                <a:solidFill>
                  <a:schemeClr val="bg1"/>
                </a:solidFill>
                <a:ea typeface="+mn-lt"/>
                <a:cs typeface="+mn-lt"/>
              </a:rPr>
              <a:t>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Strategy</a:t>
            </a:r>
            <a:endParaRPr lang="es-ES" sz="2800" b="1" i="1" dirty="0">
              <a:solidFill>
                <a:schemeClr val="bg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6165E6E-1D6F-4A11-A611-B3D06DD1BA25}"/>
              </a:ext>
            </a:extLst>
          </p:cNvPr>
          <p:cNvSpPr txBox="1"/>
          <p:nvPr/>
        </p:nvSpPr>
        <p:spPr>
          <a:xfrm>
            <a:off x="523721" y="1680902"/>
            <a:ext cx="61237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b="1" dirty="0">
                <a:solidFill>
                  <a:schemeClr val="accent1"/>
                </a:solidFill>
                <a:ea typeface="+mn-lt"/>
                <a:cs typeface="+mn-lt"/>
              </a:rPr>
              <a:t>Componentes: </a:t>
            </a:r>
          </a:p>
        </p:txBody>
      </p:sp>
    </p:spTree>
    <p:extLst>
      <p:ext uri="{BB962C8B-B14F-4D97-AF65-F5344CB8AC3E}">
        <p14:creationId xmlns:p14="http://schemas.microsoft.com/office/powerpoint/2010/main" val="16098083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188E0-B8A1-37C9-F65D-FBD306097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8B1ECC35-6E1A-4E54-4BD7-9FC53E3752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90" y="1809686"/>
            <a:ext cx="7676440" cy="4714449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AB206001-F4D1-6365-4DA8-1CFD51B41F6D}"/>
              </a:ext>
            </a:extLst>
          </p:cNvPr>
          <p:cNvSpPr txBox="1"/>
          <p:nvPr/>
        </p:nvSpPr>
        <p:spPr>
          <a:xfrm>
            <a:off x="523721" y="611489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</a:t>
            </a:r>
            <a:r>
              <a:rPr lang="es-ES" sz="4000" dirty="0">
                <a:solidFill>
                  <a:schemeClr val="bg1"/>
                </a:solidFill>
                <a:ea typeface="+mn-lt"/>
                <a:cs typeface="+mn-lt"/>
              </a:rPr>
              <a:t>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Strategy</a:t>
            </a:r>
            <a:endParaRPr lang="es-ES" sz="2800" b="1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09295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9487B-B227-21DB-4726-05CD2F3F3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076C55D-6C38-1F64-84F8-D23B1FD20FD9}"/>
              </a:ext>
            </a:extLst>
          </p:cNvPr>
          <p:cNvSpPr txBox="1"/>
          <p:nvPr/>
        </p:nvSpPr>
        <p:spPr>
          <a:xfrm>
            <a:off x="1517797" y="2875002"/>
            <a:ext cx="9156405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defRPr/>
            </a:pPr>
            <a:r>
              <a:rPr lang="es-AR" sz="6600" b="1" i="1" dirty="0" err="1">
                <a:solidFill>
                  <a:prstClr val="white"/>
                </a:solidFill>
                <a:ea typeface="+mn-lt"/>
                <a:cs typeface="+mn-lt"/>
              </a:rPr>
              <a:t>Adapter</a:t>
            </a:r>
            <a:endParaRPr lang="es-ES" b="1" i="1" dirty="0" err="1"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1348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6D6DC-6B45-C29A-3B48-4889D3288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D60EF1B-E2B4-38BB-D302-7F3DE330BD2D}"/>
              </a:ext>
            </a:extLst>
          </p:cNvPr>
          <p:cNvSpPr txBox="1"/>
          <p:nvPr/>
        </p:nvSpPr>
        <p:spPr>
          <a:xfrm>
            <a:off x="505318" y="639425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Adapter</a:t>
            </a:r>
            <a:endParaRPr lang="es-ES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E122099-7918-24AC-FAE9-AD0143EC63E9}"/>
              </a:ext>
            </a:extLst>
          </p:cNvPr>
          <p:cNvSpPr txBox="1"/>
          <p:nvPr/>
        </p:nvSpPr>
        <p:spPr>
          <a:xfrm>
            <a:off x="399030" y="1980007"/>
            <a:ext cx="5142788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dirty="0">
                <a:ea typeface="+mn-lt"/>
                <a:cs typeface="+mn-lt"/>
              </a:rPr>
              <a:t>Es un patrón de Estructural. </a:t>
            </a:r>
            <a:endParaRPr lang="es-ES" dirty="0"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algn="just"/>
            <a:r>
              <a:rPr lang="es-ES" sz="2400" b="1" u="sng" dirty="0">
                <a:solidFill>
                  <a:schemeClr val="accent2"/>
                </a:solidFill>
                <a:ea typeface="+mn-lt"/>
                <a:cs typeface="+mn-lt"/>
              </a:rPr>
              <a:t>¿Qué hace? </a:t>
            </a:r>
            <a:endParaRPr lang="es-ES" b="1" u="sng" dirty="0">
              <a:solidFill>
                <a:schemeClr val="accent2"/>
              </a:solidFill>
              <a:ea typeface="+mn-lt"/>
              <a:cs typeface="+mn-lt"/>
            </a:endParaRPr>
          </a:p>
          <a:p>
            <a:pPr algn="just"/>
            <a:endParaRPr lang="es-ES" sz="2400" dirty="0">
              <a:ea typeface="+mn-lt"/>
              <a:cs typeface="+mn-lt"/>
            </a:endParaRPr>
          </a:p>
          <a:p>
            <a:pPr marL="800100" lvl="1" indent="-342900" algn="just">
              <a:buClr>
                <a:schemeClr val="accent2"/>
              </a:buClr>
              <a:buFont typeface="Wingdings" panose="05000000000000000000" pitchFamily="2" charset="2"/>
              <a:buChar char="Ø"/>
            </a:pPr>
            <a:r>
              <a:rPr lang="es-ES" sz="2400" dirty="0">
                <a:ea typeface="+mn-lt"/>
                <a:cs typeface="+mn-lt"/>
              </a:rPr>
              <a:t>Encapsula el uso (llamadas/envío de mensajes) de la clase que se quiere adaptar en otra clase que concuerda con la interfaz requerida. </a:t>
            </a:r>
            <a:endParaRPr lang="es-ES" dirty="0">
              <a:ea typeface="+mn-lt"/>
              <a:cs typeface="+mn-lt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1BC62B1-EC4A-84FC-1A05-982D0D179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2764" y="2259008"/>
            <a:ext cx="3071317" cy="29710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452482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A5E62-15D8-1A16-D9C7-3D09158D4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8428B68-AB9B-10FD-28D9-44EBBAD392E4}"/>
              </a:ext>
            </a:extLst>
          </p:cNvPr>
          <p:cNvSpPr txBox="1"/>
          <p:nvPr/>
        </p:nvSpPr>
        <p:spPr>
          <a:xfrm>
            <a:off x="505318" y="2049280"/>
            <a:ext cx="8301625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400" dirty="0">
                <a:ea typeface="+mn-lt"/>
                <a:cs typeface="+mn-lt"/>
              </a:rPr>
              <a:t>Se sugiere su utilización cuando: </a:t>
            </a:r>
            <a:endParaRPr lang="es-ES" dirty="0">
              <a:ea typeface="+mn-lt"/>
              <a:cs typeface="+mn-lt"/>
            </a:endParaRPr>
          </a:p>
          <a:p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3"/>
              </a:buClr>
              <a:buFont typeface="Wingdings" panose="05000000000000000000" pitchFamily="2" charset="2"/>
              <a:buChar char="ü"/>
            </a:pPr>
            <a:r>
              <a:rPr lang="es-ES" sz="2400" dirty="0">
                <a:ea typeface="+mn-lt"/>
                <a:cs typeface="+mn-lt"/>
              </a:rPr>
              <a:t>Se requiere seguir adelante con el diseño y/o implementación (código) sin conocer exactamente cómo, quién y cuándo resolverá una parte necesaria; y solamente se conoce qué responsabilidad tendrá dicha parte. </a:t>
            </a:r>
            <a:endParaRPr lang="es-ES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3"/>
              </a:buClr>
              <a:buFont typeface="Wingdings" panose="05000000000000000000" pitchFamily="2" charset="2"/>
              <a:buChar char="ü"/>
            </a:pPr>
            <a:endParaRPr lang="es-ES" sz="24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3"/>
              </a:buClr>
              <a:buFont typeface="Wingdings" panose="05000000000000000000" pitchFamily="2" charset="2"/>
              <a:buChar char="ü"/>
            </a:pPr>
            <a:r>
              <a:rPr lang="es-ES" sz="2400" dirty="0">
                <a:ea typeface="+mn-lt"/>
                <a:cs typeface="+mn-lt"/>
              </a:rPr>
              <a:t>Se requiere usar una clase que ya existe, pero su interfaz no concuerda con la que se necesita. </a:t>
            </a:r>
            <a:endParaRPr lang="es-ES" dirty="0">
              <a:ea typeface="+mn-lt"/>
              <a:cs typeface="+mn-lt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EA39B70-DE9E-2010-5431-60F55B1E4CCF}"/>
              </a:ext>
            </a:extLst>
          </p:cNvPr>
          <p:cNvSpPr txBox="1"/>
          <p:nvPr/>
        </p:nvSpPr>
        <p:spPr>
          <a:xfrm>
            <a:off x="505318" y="639425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 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Adapter</a:t>
            </a:r>
            <a:endParaRPr lang="es-ES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20150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AFEEF-3B5A-52AA-85D7-9EA31DB1B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160726B-4EA7-1338-1CCA-017FFCD1A7DC}"/>
              </a:ext>
            </a:extLst>
          </p:cNvPr>
          <p:cNvSpPr txBox="1"/>
          <p:nvPr/>
        </p:nvSpPr>
        <p:spPr>
          <a:xfrm>
            <a:off x="399030" y="584006"/>
            <a:ext cx="880508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4000" b="1" dirty="0">
                <a:solidFill>
                  <a:schemeClr val="bg1"/>
                </a:solidFill>
                <a:ea typeface="+mn-lt"/>
                <a:cs typeface="+mn-lt"/>
              </a:rPr>
              <a:t>Patrones de diseño /</a:t>
            </a:r>
            <a:r>
              <a:rPr lang="es-ES" sz="4000" b="1" i="1" dirty="0" err="1">
                <a:solidFill>
                  <a:schemeClr val="bg1"/>
                </a:solidFill>
                <a:ea typeface="+mn-lt"/>
                <a:cs typeface="+mn-lt"/>
              </a:rPr>
              <a:t>Adapter</a:t>
            </a:r>
            <a:endParaRPr lang="es-ES" sz="4000" b="1" i="1" dirty="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30F8E346-1D17-1D46-A451-50B48A296B9D}"/>
              </a:ext>
            </a:extLst>
          </p:cNvPr>
          <p:cNvSpPr txBox="1"/>
          <p:nvPr/>
        </p:nvSpPr>
        <p:spPr>
          <a:xfrm>
            <a:off x="399030" y="1749679"/>
            <a:ext cx="8481734" cy="41242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/>
            <a:r>
              <a:rPr lang="es-ES" sz="2400" b="1" dirty="0">
                <a:solidFill>
                  <a:schemeClr val="accent4"/>
                </a:solidFill>
                <a:ea typeface="+mn-lt"/>
                <a:cs typeface="+mn-lt"/>
              </a:rPr>
              <a:t>Componentes: </a:t>
            </a:r>
          </a:p>
          <a:p>
            <a:pPr algn="just"/>
            <a:endParaRPr lang="es-ES" b="1" dirty="0">
              <a:solidFill>
                <a:schemeClr val="accent4"/>
              </a:solidFill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Interface</a:t>
            </a:r>
            <a:r>
              <a:rPr lang="es-ES" sz="2000" b="1" i="1" dirty="0">
                <a:solidFill>
                  <a:schemeClr val="accent4"/>
                </a:solidFill>
                <a:ea typeface="+mn-lt"/>
                <a:cs typeface="+mn-lt"/>
              </a:rPr>
              <a:t> </a:t>
            </a:r>
            <a:r>
              <a:rPr lang="es-ES" sz="2000" b="1" i="1" dirty="0" err="1">
                <a:solidFill>
                  <a:schemeClr val="accent4"/>
                </a:solidFill>
                <a:ea typeface="+mn-lt"/>
                <a:cs typeface="+mn-lt"/>
              </a:rPr>
              <a:t>Adapter</a:t>
            </a:r>
            <a:r>
              <a:rPr lang="es-ES" sz="2000" b="1" i="1" dirty="0">
                <a:solidFill>
                  <a:schemeClr val="accent4"/>
                </a:solidFill>
                <a:ea typeface="+mn-lt"/>
                <a:cs typeface="+mn-lt"/>
              </a:rPr>
              <a:t>: </a:t>
            </a:r>
            <a:r>
              <a:rPr lang="es-ES" sz="2000" dirty="0">
                <a:ea typeface="+mn-lt"/>
                <a:cs typeface="+mn-lt"/>
              </a:rPr>
              <a:t>define la firma del método que se utilizará como “puente” de acoplamiento a nuestro dominio.</a:t>
            </a:r>
            <a:endParaRPr lang="es-ES" sz="16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Clases de </a:t>
            </a:r>
            <a:r>
              <a:rPr lang="es-ES" sz="2000" b="1" i="1" dirty="0" err="1">
                <a:solidFill>
                  <a:schemeClr val="accent4"/>
                </a:solidFill>
                <a:ea typeface="+mn-lt"/>
                <a:cs typeface="+mn-lt"/>
              </a:rPr>
              <a:t>Adapters</a:t>
            </a: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 concretos:</a:t>
            </a:r>
            <a:r>
              <a:rPr lang="es-ES" sz="2000" dirty="0">
                <a:solidFill>
                  <a:schemeClr val="accent4"/>
                </a:solidFill>
                <a:ea typeface="+mn-lt"/>
                <a:cs typeface="+mn-lt"/>
              </a:rPr>
              <a:t> </a:t>
            </a:r>
            <a:r>
              <a:rPr lang="es-ES" sz="2000" dirty="0">
                <a:ea typeface="+mn-lt"/>
                <a:cs typeface="+mn-lt"/>
              </a:rPr>
              <a:t>clases que implementan la interface </a:t>
            </a:r>
            <a:r>
              <a:rPr lang="es-ES" sz="2000" i="1" dirty="0" err="1">
                <a:ea typeface="+mn-lt"/>
                <a:cs typeface="+mn-lt"/>
              </a:rPr>
              <a:t>Adapter</a:t>
            </a:r>
            <a:r>
              <a:rPr lang="es-ES" sz="2000" dirty="0">
                <a:ea typeface="+mn-lt"/>
                <a:cs typeface="+mn-lt"/>
              </a:rPr>
              <a:t>, que se encargan de acoplar los componentes externos al dominio. Guardan referencia o hacen uso de las clases adaptadas. Llaman a los métodos “reales” que resuelven el problema. </a:t>
            </a:r>
            <a:endParaRPr lang="es-ES" sz="16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Clases adaptadas:</a:t>
            </a:r>
            <a:r>
              <a:rPr lang="es-ES" sz="2000" dirty="0">
                <a:solidFill>
                  <a:schemeClr val="accent4"/>
                </a:solidFill>
                <a:ea typeface="+mn-lt"/>
                <a:cs typeface="+mn-lt"/>
              </a:rPr>
              <a:t> </a:t>
            </a:r>
            <a:r>
              <a:rPr lang="es-ES" sz="2000" dirty="0">
                <a:ea typeface="+mn-lt"/>
                <a:cs typeface="+mn-lt"/>
              </a:rPr>
              <a:t>clases externas al dominio, o no, que posee firmas incompatibles, o que todavía no conocemos (puede que todavía no estén creadas). Estas clases no se pueden/deben tocar. </a:t>
            </a:r>
            <a:endParaRPr lang="es-ES" sz="1600" dirty="0">
              <a:ea typeface="+mn-lt"/>
              <a:cs typeface="+mn-lt"/>
            </a:endParaRPr>
          </a:p>
          <a:p>
            <a:pPr marL="342900" indent="-342900" algn="just">
              <a:buClr>
                <a:schemeClr val="accent4"/>
              </a:buClr>
              <a:buFont typeface="Wingdings" panose="05000000000000000000" pitchFamily="2" charset="2"/>
              <a:buChar char="Ø"/>
            </a:pPr>
            <a:r>
              <a:rPr lang="es-ES" sz="2000" b="1" dirty="0">
                <a:solidFill>
                  <a:schemeClr val="accent4"/>
                </a:solidFill>
                <a:ea typeface="+mn-lt"/>
                <a:cs typeface="+mn-lt"/>
              </a:rPr>
              <a:t>Cliente</a:t>
            </a:r>
            <a:r>
              <a:rPr lang="es-ES" sz="2000" b="1" dirty="0">
                <a:ea typeface="+mn-lt"/>
                <a:cs typeface="+mn-lt"/>
              </a:rPr>
              <a:t>: </a:t>
            </a:r>
            <a:r>
              <a:rPr lang="es-ES" sz="2000" dirty="0">
                <a:ea typeface="+mn-lt"/>
                <a:cs typeface="+mn-lt"/>
              </a:rPr>
              <a:t>clase que tiene referencia a la interface </a:t>
            </a:r>
            <a:r>
              <a:rPr lang="es-ES" sz="2000" i="1" dirty="0" err="1">
                <a:ea typeface="+mn-lt"/>
                <a:cs typeface="+mn-lt"/>
              </a:rPr>
              <a:t>Adapter</a:t>
            </a:r>
            <a:r>
              <a:rPr lang="es-ES" sz="2000" dirty="0">
                <a:ea typeface="+mn-lt"/>
                <a:cs typeface="+mn-lt"/>
              </a:rPr>
              <a:t>, cuyos objetos van a hacer uso de la funcionalidad que ésta les brinda. </a:t>
            </a:r>
            <a:endParaRPr lang="es-ES" sz="1600" dirty="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48847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84907-E64C-323E-2103-881A61F9A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2FC2DEF-E88C-3E02-2259-B361DCE07DF7}"/>
              </a:ext>
            </a:extLst>
          </p:cNvPr>
          <p:cNvSpPr txBox="1"/>
          <p:nvPr/>
        </p:nvSpPr>
        <p:spPr>
          <a:xfrm>
            <a:off x="2070881" y="1456843"/>
            <a:ext cx="880508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s-ES" sz="2800" b="1" dirty="0">
                <a:ea typeface="+mn-lt"/>
                <a:cs typeface="+mn-lt"/>
              </a:rPr>
              <a:t>Patrones de Diseño</a:t>
            </a:r>
            <a:r>
              <a:rPr lang="es-ES" sz="2800" dirty="0">
                <a:ea typeface="+mn-lt"/>
                <a:cs typeface="+mn-lt"/>
              </a:rPr>
              <a:t> /</a:t>
            </a:r>
            <a:r>
              <a:rPr lang="es-ES" sz="2800" dirty="0" err="1">
                <a:ea typeface="+mn-lt"/>
                <a:cs typeface="+mn-lt"/>
              </a:rPr>
              <a:t>Adapter</a:t>
            </a:r>
            <a:endParaRPr lang="es-ES" sz="2800" dirty="0" err="1">
              <a:ea typeface="Calibri"/>
              <a:cs typeface="Calibri"/>
            </a:endParaRPr>
          </a:p>
        </p:txBody>
      </p:sp>
      <p:pic>
        <p:nvPicPr>
          <p:cNvPr id="2" name="Imagen 1" descr="Diagrama&#10;&#10;El contenido generado por IA puede ser incorrecto.">
            <a:extLst>
              <a:ext uri="{FF2B5EF4-FFF2-40B4-BE49-F238E27FC236}">
                <a16:creationId xmlns:a16="http://schemas.microsoft.com/office/drawing/2014/main" id="{97C8C20D-915A-8AC3-870E-4FA264EC2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059" y="916540"/>
            <a:ext cx="9312954" cy="5024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2107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 dirty="0">
                <a:solidFill>
                  <a:schemeClr val="bg1"/>
                </a:solidFill>
              </a:rPr>
              <a:t>Síntesis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3894570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8F01C925-114A-F6F9-FBBC-211C761E04C0}"/>
              </a:ext>
            </a:extLst>
          </p:cNvPr>
          <p:cNvSpPr txBox="1">
            <a:spLocks/>
          </p:cNvSpPr>
          <p:nvPr/>
        </p:nvSpPr>
        <p:spPr>
          <a:xfrm>
            <a:off x="655576" y="678741"/>
            <a:ext cx="6719776" cy="57415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s-AR" sz="4000" b="1" dirty="0">
                <a:solidFill>
                  <a:schemeClr val="bg1"/>
                </a:solidFill>
              </a:rPr>
              <a:t>Síntesis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22DCF6E0-E765-EB34-0B46-747DB290138B}"/>
              </a:ext>
            </a:extLst>
          </p:cNvPr>
          <p:cNvSpPr txBox="1"/>
          <p:nvPr/>
        </p:nvSpPr>
        <p:spPr>
          <a:xfrm>
            <a:off x="420287" y="1976488"/>
            <a:ext cx="8590162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Propósito claro: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define </a:t>
            </a:r>
            <a:r>
              <a:rPr lang="es-AR" sz="2000" u="none" strike="noStrike" dirty="0">
                <a:solidFill>
                  <a:srgbClr val="7F7F7F"/>
                </a:solidFill>
                <a:effectLst/>
                <a:ea typeface="+mn-lt"/>
                <a:cs typeface="+mn-lt"/>
              </a:rPr>
              <a:t>el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problema que resuelve y su rol dentro del diseño del sistema.</a:t>
            </a:r>
            <a:endParaRPr lang="es-AR" sz="2000" dirty="0">
              <a:solidFill>
                <a:srgbClr val="7F7F7F"/>
              </a:solidFill>
              <a:ea typeface="Calibri"/>
              <a:cs typeface="Calibri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Motivación bien definida: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surge de una necesidad común en el desarrollo orientado a objetos.</a:t>
            </a:r>
            <a:endParaRPr lang="en-US" sz="2000" dirty="0">
              <a:ea typeface="Calibri" panose="020F0502020204030204"/>
              <a:cs typeface="Calibri" panose="020F0502020204030204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Participantes y roles concretos: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establece qué clases o interfaces intervienen y qué hace cada una.</a:t>
            </a:r>
            <a:endParaRPr lang="en-US" sz="2000" dirty="0">
              <a:solidFill>
                <a:srgbClr val="494847"/>
              </a:solidFill>
              <a:ea typeface="+mn-lt"/>
              <a:cs typeface="+mn-lt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Colaboración estructurada: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describe cómo interactúan los elementos del patrón entre sí.</a:t>
            </a:r>
            <a:endParaRPr lang="es-AR" sz="2000" dirty="0">
              <a:solidFill>
                <a:srgbClr val="7F7F7F"/>
              </a:solidFill>
              <a:ea typeface="Calibri"/>
              <a:cs typeface="Calibri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Consecuencias </a:t>
            </a:r>
            <a:r>
              <a:rPr lang="es-AR" sz="2000" b="1" dirty="0">
                <a:solidFill>
                  <a:schemeClr val="accent2"/>
                </a:solidFill>
                <a:ea typeface="Calibri"/>
                <a:cs typeface="Calibri"/>
              </a:rPr>
              <a:t>del</a:t>
            </a: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 uso: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muestra los beneficios, limitaciones y efectos en el diseño.</a:t>
            </a:r>
            <a:endParaRPr lang="es-AR" sz="2000" dirty="0">
              <a:solidFill>
                <a:srgbClr val="7F7F7F"/>
              </a:solidFill>
              <a:ea typeface="Calibri"/>
              <a:cs typeface="Calibri"/>
            </a:endParaRPr>
          </a:p>
          <a:p>
            <a:pPr marL="342900" indent="-342900" algn="just">
              <a:buClr>
                <a:schemeClr val="accent2"/>
              </a:buClr>
              <a:buSzPct val="130000"/>
              <a:buFont typeface="Arial" panose="020B0604020202020204" pitchFamily="34" charset="0"/>
              <a:buChar char="•"/>
            </a:pPr>
            <a:r>
              <a:rPr lang="es-AR" sz="2000" b="1" dirty="0">
                <a:solidFill>
                  <a:schemeClr val="accent2"/>
                </a:solidFill>
                <a:ea typeface="+mn-lt"/>
                <a:cs typeface="+mn-lt"/>
              </a:rPr>
              <a:t>Implementación reconocible:</a:t>
            </a:r>
            <a:r>
              <a:rPr lang="es-AR" sz="2000" b="1" dirty="0">
                <a:solidFill>
                  <a:srgbClr val="7F7F7F"/>
                </a:solidFill>
                <a:ea typeface="+mn-lt"/>
                <a:cs typeface="+mn-lt"/>
              </a:rPr>
              <a:t> </a:t>
            </a:r>
            <a:r>
              <a:rPr lang="es-AR" sz="2000" dirty="0">
                <a:solidFill>
                  <a:srgbClr val="7F7F7F"/>
                </a:solidFill>
                <a:ea typeface="+mn-lt"/>
                <a:cs typeface="+mn-lt"/>
              </a:rPr>
              <a:t>cuenta con una estructura típica de código reutilizable y ejemplos reales.</a:t>
            </a:r>
            <a:endParaRPr lang="es-AR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262323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B73A59-724B-D537-C64F-3DBAD178C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92EF644-3D64-1C1B-21A8-939756AF05B2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s-AR" sz="6600" b="1">
                <a:solidFill>
                  <a:schemeClr val="bg1"/>
                </a:solidFill>
              </a:rPr>
              <a:t>¿Preguntas?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7562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DD8B87C-C830-682A-4B7B-E9BA46DAD953}"/>
              </a:ext>
            </a:extLst>
          </p:cNvPr>
          <p:cNvSpPr/>
          <p:nvPr/>
        </p:nvSpPr>
        <p:spPr>
          <a:xfrm>
            <a:off x="-30822" y="0"/>
            <a:ext cx="5377970" cy="6858002"/>
          </a:xfrm>
          <a:prstGeom prst="rect">
            <a:avLst/>
          </a:prstGeom>
          <a:solidFill>
            <a:srgbClr val="E1E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FF60EDB-6267-EFDB-1380-1704C3E89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27" b="14827"/>
          <a:stretch/>
        </p:blipFill>
        <p:spPr>
          <a:xfrm rot="16200000">
            <a:off x="3918106" y="1020714"/>
            <a:ext cx="6858001" cy="4816573"/>
          </a:xfrm>
          <a:prstGeom prst="rect">
            <a:avLst/>
          </a:prstGeom>
        </p:spPr>
      </p:pic>
      <p:sp>
        <p:nvSpPr>
          <p:cNvPr id="9" name="Rectángulo 8">
            <a:extLst>
              <a:ext uri="{FF2B5EF4-FFF2-40B4-BE49-F238E27FC236}">
                <a16:creationId xmlns:a16="http://schemas.microsoft.com/office/drawing/2014/main" id="{EB3135A7-4C40-FBEB-0B4B-542FE662277F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solidFill>
            <a:srgbClr val="4C4C4C">
              <a:alpha val="88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1AB98000-0149-1801-9ECA-D5A25455BCCA}"/>
              </a:ext>
            </a:extLst>
          </p:cNvPr>
          <p:cNvSpPr/>
          <p:nvPr/>
        </p:nvSpPr>
        <p:spPr>
          <a:xfrm>
            <a:off x="711200" y="769257"/>
            <a:ext cx="8302171" cy="5384800"/>
          </a:xfrm>
          <a:prstGeom prst="rect">
            <a:avLst/>
          </a:prstGeom>
          <a:noFill/>
          <a:ln w="76200">
            <a:solidFill>
              <a:srgbClr val="F6A61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5BA26AD5-71CC-52AB-7D6C-4601C5C16AD7}"/>
              </a:ext>
            </a:extLst>
          </p:cNvPr>
          <p:cNvSpPr/>
          <p:nvPr/>
        </p:nvSpPr>
        <p:spPr>
          <a:xfrm>
            <a:off x="2109047" y="3983734"/>
            <a:ext cx="1493811" cy="568526"/>
          </a:xfrm>
          <a:custGeom>
            <a:avLst/>
            <a:gdLst>
              <a:gd name="connsiteX0" fmla="*/ 1346911 w 1493811"/>
              <a:gd name="connsiteY0" fmla="*/ 0 h 568526"/>
              <a:gd name="connsiteX1" fmla="*/ 43879 w 1493811"/>
              <a:gd name="connsiteY1" fmla="*/ 0 h 568526"/>
              <a:gd name="connsiteX2" fmla="*/ 0 w 1493811"/>
              <a:gd name="connsiteY2" fmla="*/ 43880 h 568526"/>
              <a:gd name="connsiteX3" fmla="*/ 0 w 1493811"/>
              <a:gd name="connsiteY3" fmla="*/ 524647 h 568526"/>
              <a:gd name="connsiteX4" fmla="*/ 13355 w 1493811"/>
              <a:gd name="connsiteY4" fmla="*/ 555172 h 568526"/>
              <a:gd name="connsiteX5" fmla="*/ 43879 w 1493811"/>
              <a:gd name="connsiteY5" fmla="*/ 568526 h 568526"/>
              <a:gd name="connsiteX6" fmla="*/ 1346911 w 1493811"/>
              <a:gd name="connsiteY6" fmla="*/ 568526 h 568526"/>
              <a:gd name="connsiteX7" fmla="*/ 1493812 w 1493811"/>
              <a:gd name="connsiteY7" fmla="*/ 360575 h 568526"/>
              <a:gd name="connsiteX8" fmla="*/ 1493812 w 1493811"/>
              <a:gd name="connsiteY8" fmla="*/ 207951 h 568526"/>
              <a:gd name="connsiteX9" fmla="*/ 1346911 w 1493811"/>
              <a:gd name="connsiteY9" fmla="*/ 0 h 568526"/>
              <a:gd name="connsiteX10" fmla="*/ 1066464 w 1493811"/>
              <a:gd name="connsiteY10" fmla="*/ 87759 h 568526"/>
              <a:gd name="connsiteX11" fmla="*/ 1127513 w 1493811"/>
              <a:gd name="connsiteY11" fmla="*/ 207951 h 568526"/>
              <a:gd name="connsiteX12" fmla="*/ 1127513 w 1493811"/>
              <a:gd name="connsiteY12" fmla="*/ 360575 h 568526"/>
              <a:gd name="connsiteX13" fmla="*/ 1066464 w 1493811"/>
              <a:gd name="connsiteY13" fmla="*/ 480767 h 568526"/>
              <a:gd name="connsiteX14" fmla="*/ 908116 w 1493811"/>
              <a:gd name="connsiteY14" fmla="*/ 480767 h 568526"/>
              <a:gd name="connsiteX15" fmla="*/ 934825 w 1493811"/>
              <a:gd name="connsiteY15" fmla="*/ 360575 h 568526"/>
              <a:gd name="connsiteX16" fmla="*/ 934825 w 1493811"/>
              <a:gd name="connsiteY16" fmla="*/ 207951 h 568526"/>
              <a:gd name="connsiteX17" fmla="*/ 908116 w 1493811"/>
              <a:gd name="connsiteY17" fmla="*/ 87759 h 568526"/>
              <a:gd name="connsiteX18" fmla="*/ 1066464 w 1493811"/>
              <a:gd name="connsiteY18" fmla="*/ 87759 h 568526"/>
              <a:gd name="connsiteX19" fmla="*/ 87759 w 1493811"/>
              <a:gd name="connsiteY19" fmla="*/ 87759 h 568526"/>
              <a:gd name="connsiteX20" fmla="*/ 787924 w 1493811"/>
              <a:gd name="connsiteY20" fmla="*/ 87759 h 568526"/>
              <a:gd name="connsiteX21" fmla="*/ 847066 w 1493811"/>
              <a:gd name="connsiteY21" fmla="*/ 207951 h 568526"/>
              <a:gd name="connsiteX22" fmla="*/ 847066 w 1493811"/>
              <a:gd name="connsiteY22" fmla="*/ 360575 h 568526"/>
              <a:gd name="connsiteX23" fmla="*/ 787924 w 1493811"/>
              <a:gd name="connsiteY23" fmla="*/ 480767 h 568526"/>
              <a:gd name="connsiteX24" fmla="*/ 87759 w 1493811"/>
              <a:gd name="connsiteY24" fmla="*/ 480767 h 568526"/>
              <a:gd name="connsiteX25" fmla="*/ 87759 w 1493811"/>
              <a:gd name="connsiteY25" fmla="*/ 87759 h 568526"/>
              <a:gd name="connsiteX26" fmla="*/ 1407961 w 1493811"/>
              <a:gd name="connsiteY26" fmla="*/ 360575 h 568526"/>
              <a:gd name="connsiteX27" fmla="*/ 1346911 w 1493811"/>
              <a:gd name="connsiteY27" fmla="*/ 480767 h 568526"/>
              <a:gd name="connsiteX28" fmla="*/ 1188563 w 1493811"/>
              <a:gd name="connsiteY28" fmla="*/ 480767 h 568526"/>
              <a:gd name="connsiteX29" fmla="*/ 1215272 w 1493811"/>
              <a:gd name="connsiteY29" fmla="*/ 360575 h 568526"/>
              <a:gd name="connsiteX30" fmla="*/ 1215272 w 1493811"/>
              <a:gd name="connsiteY30" fmla="*/ 207951 h 568526"/>
              <a:gd name="connsiteX31" fmla="*/ 1188563 w 1493811"/>
              <a:gd name="connsiteY31" fmla="*/ 87759 h 568526"/>
              <a:gd name="connsiteX32" fmla="*/ 1346911 w 1493811"/>
              <a:gd name="connsiteY32" fmla="*/ 87759 h 568526"/>
              <a:gd name="connsiteX33" fmla="*/ 1407961 w 1493811"/>
              <a:gd name="connsiteY33" fmla="*/ 207951 h 568526"/>
              <a:gd name="connsiteX34" fmla="*/ 1407961 w 1493811"/>
              <a:gd name="connsiteY34" fmla="*/ 360575 h 5685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1493811" h="568526">
                <a:moveTo>
                  <a:pt x="1346911" y="0"/>
                </a:moveTo>
                <a:lnTo>
                  <a:pt x="43879" y="0"/>
                </a:lnTo>
                <a:cubicBezTo>
                  <a:pt x="19078" y="0"/>
                  <a:pt x="0" y="19078"/>
                  <a:pt x="0" y="43880"/>
                </a:cubicBezTo>
                <a:lnTo>
                  <a:pt x="0" y="524647"/>
                </a:lnTo>
                <a:cubicBezTo>
                  <a:pt x="0" y="536093"/>
                  <a:pt x="3816" y="547540"/>
                  <a:pt x="13355" y="555172"/>
                </a:cubicBezTo>
                <a:cubicBezTo>
                  <a:pt x="20986" y="562803"/>
                  <a:pt x="32433" y="568526"/>
                  <a:pt x="43879" y="568526"/>
                </a:cubicBezTo>
                <a:lnTo>
                  <a:pt x="1346911" y="568526"/>
                </a:lnTo>
                <a:cubicBezTo>
                  <a:pt x="1428947" y="568526"/>
                  <a:pt x="1493812" y="476951"/>
                  <a:pt x="1493812" y="360575"/>
                </a:cubicBezTo>
                <a:lnTo>
                  <a:pt x="1493812" y="207951"/>
                </a:lnTo>
                <a:cubicBezTo>
                  <a:pt x="1493812" y="91575"/>
                  <a:pt x="1428947" y="0"/>
                  <a:pt x="1346911" y="0"/>
                </a:cubicBezTo>
                <a:close/>
                <a:moveTo>
                  <a:pt x="1066464" y="87759"/>
                </a:moveTo>
                <a:cubicBezTo>
                  <a:pt x="1095081" y="87759"/>
                  <a:pt x="1127513" y="139270"/>
                  <a:pt x="1127513" y="207951"/>
                </a:cubicBezTo>
                <a:lnTo>
                  <a:pt x="1127513" y="360575"/>
                </a:lnTo>
                <a:cubicBezTo>
                  <a:pt x="1127513" y="427349"/>
                  <a:pt x="1095081" y="480767"/>
                  <a:pt x="1066464" y="480767"/>
                </a:cubicBezTo>
                <a:lnTo>
                  <a:pt x="908116" y="480767"/>
                </a:lnTo>
                <a:cubicBezTo>
                  <a:pt x="925286" y="446426"/>
                  <a:pt x="934825" y="406363"/>
                  <a:pt x="934825" y="360575"/>
                </a:cubicBezTo>
                <a:lnTo>
                  <a:pt x="934825" y="207951"/>
                </a:lnTo>
                <a:cubicBezTo>
                  <a:pt x="934825" y="162163"/>
                  <a:pt x="925286" y="122100"/>
                  <a:pt x="908116" y="87759"/>
                </a:cubicBezTo>
                <a:lnTo>
                  <a:pt x="1066464" y="87759"/>
                </a:lnTo>
                <a:close/>
                <a:moveTo>
                  <a:pt x="87759" y="87759"/>
                </a:moveTo>
                <a:lnTo>
                  <a:pt x="787924" y="87759"/>
                </a:lnTo>
                <a:cubicBezTo>
                  <a:pt x="816541" y="87759"/>
                  <a:pt x="847066" y="139270"/>
                  <a:pt x="847066" y="207951"/>
                </a:cubicBezTo>
                <a:lnTo>
                  <a:pt x="847066" y="360575"/>
                </a:lnTo>
                <a:cubicBezTo>
                  <a:pt x="847066" y="427349"/>
                  <a:pt x="814633" y="480767"/>
                  <a:pt x="787924" y="480767"/>
                </a:cubicBezTo>
                <a:lnTo>
                  <a:pt x="87759" y="480767"/>
                </a:lnTo>
                <a:lnTo>
                  <a:pt x="87759" y="87759"/>
                </a:lnTo>
                <a:close/>
                <a:moveTo>
                  <a:pt x="1407961" y="360575"/>
                </a:moveTo>
                <a:cubicBezTo>
                  <a:pt x="1407961" y="427349"/>
                  <a:pt x="1375528" y="480767"/>
                  <a:pt x="1346911" y="480767"/>
                </a:cubicBezTo>
                <a:lnTo>
                  <a:pt x="1188563" y="480767"/>
                </a:lnTo>
                <a:cubicBezTo>
                  <a:pt x="1205733" y="446426"/>
                  <a:pt x="1215272" y="406363"/>
                  <a:pt x="1215272" y="360575"/>
                </a:cubicBezTo>
                <a:lnTo>
                  <a:pt x="1215272" y="207951"/>
                </a:lnTo>
                <a:cubicBezTo>
                  <a:pt x="1215272" y="162163"/>
                  <a:pt x="1205733" y="122100"/>
                  <a:pt x="1188563" y="87759"/>
                </a:cubicBezTo>
                <a:lnTo>
                  <a:pt x="1346911" y="87759"/>
                </a:lnTo>
                <a:cubicBezTo>
                  <a:pt x="1375528" y="87759"/>
                  <a:pt x="1407961" y="139270"/>
                  <a:pt x="1407961" y="207951"/>
                </a:cubicBezTo>
                <a:lnTo>
                  <a:pt x="1407961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0" name="Forma libre: forma 9">
            <a:extLst>
              <a:ext uri="{FF2B5EF4-FFF2-40B4-BE49-F238E27FC236}">
                <a16:creationId xmlns:a16="http://schemas.microsoft.com/office/drawing/2014/main" id="{D21CB0E9-B92C-3A4A-B769-17DA7A04C7AC}"/>
              </a:ext>
            </a:extLst>
          </p:cNvPr>
          <p:cNvSpPr/>
          <p:nvPr/>
        </p:nvSpPr>
        <p:spPr>
          <a:xfrm>
            <a:off x="1354003" y="3983734"/>
            <a:ext cx="1041214" cy="570433"/>
          </a:xfrm>
          <a:custGeom>
            <a:avLst/>
            <a:gdLst>
              <a:gd name="connsiteX0" fmla="*/ 894314 w 1041214"/>
              <a:gd name="connsiteY0" fmla="*/ 0 h 570433"/>
              <a:gd name="connsiteX1" fmla="*/ 45340 w 1041214"/>
              <a:gd name="connsiteY1" fmla="*/ 0 h 570433"/>
              <a:gd name="connsiteX2" fmla="*/ 7184 w 1041214"/>
              <a:gd name="connsiteY2" fmla="*/ 22894 h 570433"/>
              <a:gd name="connsiteX3" fmla="*/ 7184 w 1041214"/>
              <a:gd name="connsiteY3" fmla="*/ 66773 h 570433"/>
              <a:gd name="connsiteX4" fmla="*/ 7184 w 1041214"/>
              <a:gd name="connsiteY4" fmla="*/ 501753 h 570433"/>
              <a:gd name="connsiteX5" fmla="*/ 20539 w 1041214"/>
              <a:gd name="connsiteY5" fmla="*/ 562803 h 570433"/>
              <a:gd name="connsiteX6" fmla="*/ 43432 w 1041214"/>
              <a:gd name="connsiteY6" fmla="*/ 570434 h 570433"/>
              <a:gd name="connsiteX7" fmla="*/ 894314 w 1041214"/>
              <a:gd name="connsiteY7" fmla="*/ 570434 h 570433"/>
              <a:gd name="connsiteX8" fmla="*/ 1041215 w 1041214"/>
              <a:gd name="connsiteY8" fmla="*/ 362483 h 570433"/>
              <a:gd name="connsiteX9" fmla="*/ 1041215 w 1041214"/>
              <a:gd name="connsiteY9" fmla="*/ 209859 h 570433"/>
              <a:gd name="connsiteX10" fmla="*/ 894314 w 1041214"/>
              <a:gd name="connsiteY10" fmla="*/ 1908 h 570433"/>
              <a:gd name="connsiteX11" fmla="*/ 955364 w 1041214"/>
              <a:gd name="connsiteY11" fmla="*/ 360575 h 570433"/>
              <a:gd name="connsiteX12" fmla="*/ 894314 w 1041214"/>
              <a:gd name="connsiteY12" fmla="*/ 480767 h 570433"/>
              <a:gd name="connsiteX13" fmla="*/ 115929 w 1041214"/>
              <a:gd name="connsiteY13" fmla="*/ 480767 h 570433"/>
              <a:gd name="connsiteX14" fmla="*/ 150269 w 1041214"/>
              <a:gd name="connsiteY14" fmla="*/ 328143 h 570433"/>
              <a:gd name="connsiteX15" fmla="*/ 774122 w 1041214"/>
              <a:gd name="connsiteY15" fmla="*/ 328143 h 570433"/>
              <a:gd name="connsiteX16" fmla="*/ 818002 w 1041214"/>
              <a:gd name="connsiteY16" fmla="*/ 284263 h 570433"/>
              <a:gd name="connsiteX17" fmla="*/ 774122 w 1041214"/>
              <a:gd name="connsiteY17" fmla="*/ 240384 h 570433"/>
              <a:gd name="connsiteX18" fmla="*/ 150269 w 1041214"/>
              <a:gd name="connsiteY18" fmla="*/ 240384 h 570433"/>
              <a:gd name="connsiteX19" fmla="*/ 115929 w 1041214"/>
              <a:gd name="connsiteY19" fmla="*/ 87759 h 570433"/>
              <a:gd name="connsiteX20" fmla="*/ 894314 w 1041214"/>
              <a:gd name="connsiteY20" fmla="*/ 87759 h 570433"/>
              <a:gd name="connsiteX21" fmla="*/ 955364 w 1041214"/>
              <a:gd name="connsiteY21" fmla="*/ 207951 h 570433"/>
              <a:gd name="connsiteX22" fmla="*/ 955364 w 1041214"/>
              <a:gd name="connsiteY22" fmla="*/ 360575 h 5704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041214" h="570433">
                <a:moveTo>
                  <a:pt x="894314" y="0"/>
                </a:moveTo>
                <a:lnTo>
                  <a:pt x="45340" y="0"/>
                </a:lnTo>
                <a:cubicBezTo>
                  <a:pt x="30078" y="0"/>
                  <a:pt x="14815" y="9539"/>
                  <a:pt x="7184" y="22894"/>
                </a:cubicBezTo>
                <a:cubicBezTo>
                  <a:pt x="-447" y="36248"/>
                  <a:pt x="-447" y="53419"/>
                  <a:pt x="7184" y="66773"/>
                </a:cubicBezTo>
                <a:cubicBezTo>
                  <a:pt x="81588" y="185057"/>
                  <a:pt x="81588" y="383469"/>
                  <a:pt x="7184" y="501753"/>
                </a:cubicBezTo>
                <a:cubicBezTo>
                  <a:pt x="-6171" y="522739"/>
                  <a:pt x="-447" y="549448"/>
                  <a:pt x="20539" y="562803"/>
                </a:cubicBezTo>
                <a:cubicBezTo>
                  <a:pt x="28170" y="566618"/>
                  <a:pt x="35801" y="570434"/>
                  <a:pt x="43432" y="570434"/>
                </a:cubicBezTo>
                <a:lnTo>
                  <a:pt x="894314" y="570434"/>
                </a:lnTo>
                <a:cubicBezTo>
                  <a:pt x="976349" y="570434"/>
                  <a:pt x="1041215" y="478859"/>
                  <a:pt x="1041215" y="362483"/>
                </a:cubicBezTo>
                <a:lnTo>
                  <a:pt x="1041215" y="209859"/>
                </a:lnTo>
                <a:cubicBezTo>
                  <a:pt x="1041215" y="93483"/>
                  <a:pt x="976349" y="1908"/>
                  <a:pt x="894314" y="1908"/>
                </a:cubicBezTo>
                <a:close/>
                <a:moveTo>
                  <a:pt x="955364" y="360575"/>
                </a:moveTo>
                <a:cubicBezTo>
                  <a:pt x="955364" y="427349"/>
                  <a:pt x="922931" y="480767"/>
                  <a:pt x="894314" y="480767"/>
                </a:cubicBezTo>
                <a:lnTo>
                  <a:pt x="115929" y="480767"/>
                </a:lnTo>
                <a:cubicBezTo>
                  <a:pt x="135007" y="433072"/>
                  <a:pt x="146454" y="381561"/>
                  <a:pt x="150269" y="328143"/>
                </a:cubicBezTo>
                <a:lnTo>
                  <a:pt x="774122" y="328143"/>
                </a:lnTo>
                <a:cubicBezTo>
                  <a:pt x="798923" y="328143"/>
                  <a:pt x="818002" y="309065"/>
                  <a:pt x="818002" y="284263"/>
                </a:cubicBezTo>
                <a:cubicBezTo>
                  <a:pt x="818002" y="259462"/>
                  <a:pt x="798923" y="240384"/>
                  <a:pt x="774122" y="240384"/>
                </a:cubicBezTo>
                <a:lnTo>
                  <a:pt x="150269" y="240384"/>
                </a:lnTo>
                <a:cubicBezTo>
                  <a:pt x="146454" y="186965"/>
                  <a:pt x="135007" y="135454"/>
                  <a:pt x="115929" y="87759"/>
                </a:cubicBezTo>
                <a:lnTo>
                  <a:pt x="894314" y="87759"/>
                </a:lnTo>
                <a:cubicBezTo>
                  <a:pt x="922931" y="87759"/>
                  <a:pt x="955364" y="139270"/>
                  <a:pt x="955364" y="207951"/>
                </a:cubicBezTo>
                <a:lnTo>
                  <a:pt x="955364" y="360575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11" name="Forma libre: forma 10">
            <a:extLst>
              <a:ext uri="{FF2B5EF4-FFF2-40B4-BE49-F238E27FC236}">
                <a16:creationId xmlns:a16="http://schemas.microsoft.com/office/drawing/2014/main" id="{7D4F3068-400A-1AAD-3A7E-E85AD3AB46A7}"/>
              </a:ext>
            </a:extLst>
          </p:cNvPr>
          <p:cNvSpPr/>
          <p:nvPr/>
        </p:nvSpPr>
        <p:spPr>
          <a:xfrm>
            <a:off x="1542647" y="2860037"/>
            <a:ext cx="1764575" cy="1213364"/>
          </a:xfrm>
          <a:custGeom>
            <a:avLst/>
            <a:gdLst>
              <a:gd name="connsiteX0" fmla="*/ 1665296 w 1764575"/>
              <a:gd name="connsiteY0" fmla="*/ 927194 h 1213364"/>
              <a:gd name="connsiteX1" fmla="*/ 1751147 w 1764575"/>
              <a:gd name="connsiteY1" fmla="*/ 717335 h 1213364"/>
              <a:gd name="connsiteX2" fmla="*/ 1751147 w 1764575"/>
              <a:gd name="connsiteY2" fmla="*/ 656285 h 1213364"/>
              <a:gd name="connsiteX3" fmla="*/ 1720622 w 1764575"/>
              <a:gd name="connsiteY3" fmla="*/ 642930 h 1213364"/>
              <a:gd name="connsiteX4" fmla="*/ 1505040 w 1764575"/>
              <a:gd name="connsiteY4" fmla="*/ 642930 h 1213364"/>
              <a:gd name="connsiteX5" fmla="*/ 1505040 w 1764575"/>
              <a:gd name="connsiteY5" fmla="*/ 43880 h 1213364"/>
              <a:gd name="connsiteX6" fmla="*/ 1461161 w 1764575"/>
              <a:gd name="connsiteY6" fmla="*/ 0 h 1213364"/>
              <a:gd name="connsiteX7" fmla="*/ 264966 w 1764575"/>
              <a:gd name="connsiteY7" fmla="*/ 0 h 1213364"/>
              <a:gd name="connsiteX8" fmla="*/ 13136 w 1764575"/>
              <a:gd name="connsiteY8" fmla="*/ 13355 h 1213364"/>
              <a:gd name="connsiteX9" fmla="*/ 7413 w 1764575"/>
              <a:gd name="connsiteY9" fmla="*/ 68681 h 1213364"/>
              <a:gd name="connsiteX10" fmla="*/ 7413 w 1764575"/>
              <a:gd name="connsiteY10" fmla="*/ 662009 h 1213364"/>
              <a:gd name="connsiteX11" fmla="*/ 5505 w 1764575"/>
              <a:gd name="connsiteY11" fmla="*/ 707796 h 1213364"/>
              <a:gd name="connsiteX12" fmla="*/ 43661 w 1764575"/>
              <a:gd name="connsiteY12" fmla="*/ 730690 h 1213364"/>
              <a:gd name="connsiteX13" fmla="*/ 215363 w 1764575"/>
              <a:gd name="connsiteY13" fmla="*/ 730690 h 1213364"/>
              <a:gd name="connsiteX14" fmla="*/ 177207 w 1764575"/>
              <a:gd name="connsiteY14" fmla="*/ 850881 h 1213364"/>
              <a:gd name="connsiteX15" fmla="*/ 177207 w 1764575"/>
              <a:gd name="connsiteY15" fmla="*/ 1005414 h 1213364"/>
              <a:gd name="connsiteX16" fmla="*/ 385158 w 1764575"/>
              <a:gd name="connsiteY16" fmla="*/ 1213364 h 1213364"/>
              <a:gd name="connsiteX17" fmla="*/ 1720622 w 1764575"/>
              <a:gd name="connsiteY17" fmla="*/ 1213364 h 1213364"/>
              <a:gd name="connsiteX18" fmla="*/ 1760686 w 1764575"/>
              <a:gd name="connsiteY18" fmla="*/ 1186655 h 1213364"/>
              <a:gd name="connsiteX19" fmla="*/ 1751147 w 1764575"/>
              <a:gd name="connsiteY19" fmla="*/ 1138960 h 1213364"/>
              <a:gd name="connsiteX20" fmla="*/ 1665296 w 1764575"/>
              <a:gd name="connsiteY20" fmla="*/ 929101 h 1213364"/>
              <a:gd name="connsiteX21" fmla="*/ 160037 w 1764575"/>
              <a:gd name="connsiteY21" fmla="*/ 518923 h 1213364"/>
              <a:gd name="connsiteX22" fmla="*/ 1266565 w 1764575"/>
              <a:gd name="connsiteY22" fmla="*/ 518923 h 1213364"/>
              <a:gd name="connsiteX23" fmla="*/ 1310444 w 1764575"/>
              <a:gd name="connsiteY23" fmla="*/ 475044 h 1213364"/>
              <a:gd name="connsiteX24" fmla="*/ 1266565 w 1764575"/>
              <a:gd name="connsiteY24" fmla="*/ 431164 h 1213364"/>
              <a:gd name="connsiteX25" fmla="*/ 173392 w 1764575"/>
              <a:gd name="connsiteY25" fmla="*/ 431164 h 1213364"/>
              <a:gd name="connsiteX26" fmla="*/ 173392 w 1764575"/>
              <a:gd name="connsiteY26" fmla="*/ 299525 h 1213364"/>
              <a:gd name="connsiteX27" fmla="*/ 1266565 w 1764575"/>
              <a:gd name="connsiteY27" fmla="*/ 299525 h 1213364"/>
              <a:gd name="connsiteX28" fmla="*/ 1310444 w 1764575"/>
              <a:gd name="connsiteY28" fmla="*/ 255646 h 1213364"/>
              <a:gd name="connsiteX29" fmla="*/ 1266565 w 1764575"/>
              <a:gd name="connsiteY29" fmla="*/ 211766 h 1213364"/>
              <a:gd name="connsiteX30" fmla="*/ 160037 w 1764575"/>
              <a:gd name="connsiteY30" fmla="*/ 211766 h 1213364"/>
              <a:gd name="connsiteX31" fmla="*/ 118065 w 1764575"/>
              <a:gd name="connsiteY31" fmla="*/ 87759 h 1213364"/>
              <a:gd name="connsiteX32" fmla="*/ 1417281 w 1764575"/>
              <a:gd name="connsiteY32" fmla="*/ 87759 h 1213364"/>
              <a:gd name="connsiteX33" fmla="*/ 1417281 w 1764575"/>
              <a:gd name="connsiteY33" fmla="*/ 642930 h 1213364"/>
              <a:gd name="connsiteX34" fmla="*/ 118065 w 1764575"/>
              <a:gd name="connsiteY34" fmla="*/ 642930 h 1213364"/>
              <a:gd name="connsiteX35" fmla="*/ 160037 w 1764575"/>
              <a:gd name="connsiteY35" fmla="*/ 518923 h 1213364"/>
              <a:gd name="connsiteX36" fmla="*/ 385158 w 1764575"/>
              <a:gd name="connsiteY36" fmla="*/ 1123698 h 1213364"/>
              <a:gd name="connsiteX37" fmla="*/ 264966 w 1764575"/>
              <a:gd name="connsiteY37" fmla="*/ 1003506 h 1213364"/>
              <a:gd name="connsiteX38" fmla="*/ 264966 w 1764575"/>
              <a:gd name="connsiteY38" fmla="*/ 848973 h 1213364"/>
              <a:gd name="connsiteX39" fmla="*/ 385158 w 1764575"/>
              <a:gd name="connsiteY39" fmla="*/ 728782 h 1213364"/>
              <a:gd name="connsiteX40" fmla="*/ 1632863 w 1764575"/>
              <a:gd name="connsiteY40" fmla="*/ 728782 h 1213364"/>
              <a:gd name="connsiteX41" fmla="*/ 1581353 w 1764575"/>
              <a:gd name="connsiteY41" fmla="*/ 881406 h 1213364"/>
              <a:gd name="connsiteX42" fmla="*/ 484364 w 1764575"/>
              <a:gd name="connsiteY42" fmla="*/ 881406 h 1213364"/>
              <a:gd name="connsiteX43" fmla="*/ 440485 w 1764575"/>
              <a:gd name="connsiteY43" fmla="*/ 925286 h 1213364"/>
              <a:gd name="connsiteX44" fmla="*/ 484364 w 1764575"/>
              <a:gd name="connsiteY44" fmla="*/ 969165 h 1213364"/>
              <a:gd name="connsiteX45" fmla="*/ 1579445 w 1764575"/>
              <a:gd name="connsiteY45" fmla="*/ 969165 h 1213364"/>
              <a:gd name="connsiteX46" fmla="*/ 1630955 w 1764575"/>
              <a:gd name="connsiteY46" fmla="*/ 1121790 h 1213364"/>
              <a:gd name="connsiteX47" fmla="*/ 385158 w 1764575"/>
              <a:gd name="connsiteY47" fmla="*/ 1121790 h 1213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764575" h="1213364">
                <a:moveTo>
                  <a:pt x="1665296" y="927194"/>
                </a:moveTo>
                <a:cubicBezTo>
                  <a:pt x="1665296" y="847066"/>
                  <a:pt x="1695821" y="774569"/>
                  <a:pt x="1751147" y="717335"/>
                </a:cubicBezTo>
                <a:cubicBezTo>
                  <a:pt x="1768318" y="700165"/>
                  <a:pt x="1768318" y="673455"/>
                  <a:pt x="1751147" y="656285"/>
                </a:cubicBezTo>
                <a:cubicBezTo>
                  <a:pt x="1743516" y="646746"/>
                  <a:pt x="1732069" y="642930"/>
                  <a:pt x="1720622" y="642930"/>
                </a:cubicBezTo>
                <a:lnTo>
                  <a:pt x="1505040" y="642930"/>
                </a:lnTo>
                <a:lnTo>
                  <a:pt x="1505040" y="43880"/>
                </a:lnTo>
                <a:cubicBezTo>
                  <a:pt x="1505040" y="19078"/>
                  <a:pt x="1485962" y="0"/>
                  <a:pt x="1461161" y="0"/>
                </a:cubicBezTo>
                <a:lnTo>
                  <a:pt x="264966" y="0"/>
                </a:lnTo>
                <a:cubicBezTo>
                  <a:pt x="105983" y="0"/>
                  <a:pt x="22040" y="4452"/>
                  <a:pt x="13136" y="13355"/>
                </a:cubicBezTo>
                <a:cubicBezTo>
                  <a:pt x="-2126" y="28617"/>
                  <a:pt x="-4034" y="51511"/>
                  <a:pt x="7413" y="68681"/>
                </a:cubicBezTo>
                <a:cubicBezTo>
                  <a:pt x="116158" y="232752"/>
                  <a:pt x="116158" y="497937"/>
                  <a:pt x="7413" y="662009"/>
                </a:cubicBezTo>
                <a:cubicBezTo>
                  <a:pt x="-2126" y="675363"/>
                  <a:pt x="-2126" y="692533"/>
                  <a:pt x="5505" y="707796"/>
                </a:cubicBezTo>
                <a:cubicBezTo>
                  <a:pt x="13136" y="721151"/>
                  <a:pt x="28399" y="730690"/>
                  <a:pt x="43661" y="730690"/>
                </a:cubicBezTo>
                <a:lnTo>
                  <a:pt x="215363" y="730690"/>
                </a:lnTo>
                <a:cubicBezTo>
                  <a:pt x="190562" y="765030"/>
                  <a:pt x="177207" y="805094"/>
                  <a:pt x="177207" y="850881"/>
                </a:cubicBezTo>
                <a:lnTo>
                  <a:pt x="177207" y="1005414"/>
                </a:lnTo>
                <a:cubicBezTo>
                  <a:pt x="177207" y="1119882"/>
                  <a:pt x="270690" y="1213364"/>
                  <a:pt x="385158" y="1213364"/>
                </a:cubicBezTo>
                <a:lnTo>
                  <a:pt x="1720622" y="1213364"/>
                </a:lnTo>
                <a:cubicBezTo>
                  <a:pt x="1737793" y="1213364"/>
                  <a:pt x="1754963" y="1203825"/>
                  <a:pt x="1760686" y="1186655"/>
                </a:cubicBezTo>
                <a:cubicBezTo>
                  <a:pt x="1768318" y="1169485"/>
                  <a:pt x="1764502" y="1152315"/>
                  <a:pt x="1751147" y="1138960"/>
                </a:cubicBezTo>
                <a:cubicBezTo>
                  <a:pt x="1695821" y="1083634"/>
                  <a:pt x="1665296" y="1009229"/>
                  <a:pt x="1665296" y="929101"/>
                </a:cubicBezTo>
                <a:close/>
                <a:moveTo>
                  <a:pt x="160037" y="518923"/>
                </a:moveTo>
                <a:lnTo>
                  <a:pt x="1266565" y="518923"/>
                </a:lnTo>
                <a:cubicBezTo>
                  <a:pt x="1291366" y="518923"/>
                  <a:pt x="1310444" y="499845"/>
                  <a:pt x="1310444" y="475044"/>
                </a:cubicBezTo>
                <a:cubicBezTo>
                  <a:pt x="1310444" y="450242"/>
                  <a:pt x="1291366" y="431164"/>
                  <a:pt x="1266565" y="431164"/>
                </a:cubicBezTo>
                <a:lnTo>
                  <a:pt x="173392" y="431164"/>
                </a:lnTo>
                <a:cubicBezTo>
                  <a:pt x="177207" y="387285"/>
                  <a:pt x="177207" y="343405"/>
                  <a:pt x="173392" y="299525"/>
                </a:cubicBezTo>
                <a:lnTo>
                  <a:pt x="1266565" y="299525"/>
                </a:lnTo>
                <a:cubicBezTo>
                  <a:pt x="1291366" y="299525"/>
                  <a:pt x="1310444" y="280447"/>
                  <a:pt x="1310444" y="255646"/>
                </a:cubicBezTo>
                <a:cubicBezTo>
                  <a:pt x="1310444" y="230844"/>
                  <a:pt x="1291366" y="211766"/>
                  <a:pt x="1266565" y="211766"/>
                </a:cubicBezTo>
                <a:lnTo>
                  <a:pt x="160037" y="211766"/>
                </a:lnTo>
                <a:cubicBezTo>
                  <a:pt x="150498" y="167887"/>
                  <a:pt x="137143" y="125915"/>
                  <a:pt x="118065" y="87759"/>
                </a:cubicBezTo>
                <a:lnTo>
                  <a:pt x="1417281" y="87759"/>
                </a:lnTo>
                <a:lnTo>
                  <a:pt x="1417281" y="642930"/>
                </a:lnTo>
                <a:lnTo>
                  <a:pt x="118065" y="642930"/>
                </a:lnTo>
                <a:cubicBezTo>
                  <a:pt x="135236" y="604774"/>
                  <a:pt x="150498" y="562803"/>
                  <a:pt x="160037" y="518923"/>
                </a:cubicBezTo>
                <a:close/>
                <a:moveTo>
                  <a:pt x="385158" y="1123698"/>
                </a:moveTo>
                <a:cubicBezTo>
                  <a:pt x="318385" y="1123698"/>
                  <a:pt x="264966" y="1070279"/>
                  <a:pt x="264966" y="1003506"/>
                </a:cubicBezTo>
                <a:lnTo>
                  <a:pt x="264966" y="848973"/>
                </a:lnTo>
                <a:cubicBezTo>
                  <a:pt x="264966" y="782200"/>
                  <a:pt x="318385" y="728782"/>
                  <a:pt x="385158" y="728782"/>
                </a:cubicBezTo>
                <a:lnTo>
                  <a:pt x="1632863" y="728782"/>
                </a:lnTo>
                <a:cubicBezTo>
                  <a:pt x="1604246" y="774569"/>
                  <a:pt x="1587076" y="827988"/>
                  <a:pt x="1581353" y="881406"/>
                </a:cubicBezTo>
                <a:lnTo>
                  <a:pt x="484364" y="881406"/>
                </a:lnTo>
                <a:cubicBezTo>
                  <a:pt x="459563" y="881406"/>
                  <a:pt x="440485" y="900484"/>
                  <a:pt x="440485" y="925286"/>
                </a:cubicBezTo>
                <a:cubicBezTo>
                  <a:pt x="440485" y="950087"/>
                  <a:pt x="459563" y="969165"/>
                  <a:pt x="484364" y="969165"/>
                </a:cubicBezTo>
                <a:lnTo>
                  <a:pt x="1579445" y="969165"/>
                </a:lnTo>
                <a:cubicBezTo>
                  <a:pt x="1585168" y="1024492"/>
                  <a:pt x="1602338" y="1076002"/>
                  <a:pt x="1630955" y="1121790"/>
                </a:cubicBezTo>
                <a:lnTo>
                  <a:pt x="385158" y="1121790"/>
                </a:lnTo>
                <a:close/>
              </a:path>
            </a:pathLst>
          </a:custGeom>
          <a:solidFill>
            <a:srgbClr val="F6A610"/>
          </a:solidFill>
          <a:ln w="190500" cap="flat">
            <a:noFill/>
            <a:prstDash val="solid"/>
            <a:miter/>
          </a:ln>
        </p:spPr>
        <p:txBody>
          <a:bodyPr rtlCol="0" anchor="ctr"/>
          <a:lstStyle/>
          <a:p>
            <a:endParaRPr lang="es-AR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A4C604BF-27CC-0AB6-ED8F-4C46731ADF22}"/>
              </a:ext>
            </a:extLst>
          </p:cNvPr>
          <p:cNvSpPr txBox="1"/>
          <p:nvPr/>
        </p:nvSpPr>
        <p:spPr>
          <a:xfrm>
            <a:off x="4116739" y="2688679"/>
            <a:ext cx="3944861" cy="193899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HSU, S.; CURRIE, A. y BERGMAN, S. </a:t>
            </a:r>
            <a:r>
              <a:rPr lang="es-ES" sz="2000" i="1" dirty="0">
                <a:solidFill>
                  <a:schemeClr val="bg1"/>
                </a:solidFill>
                <a:ea typeface="+mn-lt"/>
                <a:cs typeface="+mn-lt"/>
              </a:rPr>
              <a:t>Construir software verde: un enfoque sostenible para el desarrollo y la operación de software</a:t>
            </a:r>
            <a:r>
              <a:rPr lang="es-ES" sz="2000" dirty="0">
                <a:solidFill>
                  <a:schemeClr val="bg1"/>
                </a:solidFill>
                <a:ea typeface="+mn-lt"/>
                <a:cs typeface="+mn-lt"/>
              </a:rPr>
              <a:t>. Barcelona: Marcombo, 2025.</a:t>
            </a:r>
            <a:endParaRPr lang="es-ES" dirty="0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DED7F5F4-A574-CA23-2CDF-5BDAAF16B18E}"/>
              </a:ext>
            </a:extLst>
          </p:cNvPr>
          <p:cNvSpPr/>
          <p:nvPr/>
        </p:nvSpPr>
        <p:spPr>
          <a:xfrm>
            <a:off x="1446049" y="184224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2E4696E-CA28-96BB-4B35-22F4027C4739}"/>
              </a:ext>
            </a:extLst>
          </p:cNvPr>
          <p:cNvSpPr txBox="1"/>
          <p:nvPr/>
        </p:nvSpPr>
        <p:spPr>
          <a:xfrm>
            <a:off x="1355464" y="1193601"/>
            <a:ext cx="7411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buNone/>
            </a:pPr>
            <a:r>
              <a:rPr lang="es-AR" sz="3600" b="1" dirty="0">
                <a:solidFill>
                  <a:schemeClr val="bg1"/>
                </a:solidFill>
              </a:rPr>
              <a:t>Bibliografía </a:t>
            </a:r>
            <a:r>
              <a:rPr lang="es-AR" sz="3600" dirty="0">
                <a:solidFill>
                  <a:schemeClr val="bg1"/>
                </a:solidFill>
              </a:rPr>
              <a:t>utilizada para este recurso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C5C11561-5277-DDC7-0B64-90992CBE1AA7}"/>
              </a:ext>
            </a:extLst>
          </p:cNvPr>
          <p:cNvSpPr/>
          <p:nvPr/>
        </p:nvSpPr>
        <p:spPr>
          <a:xfrm>
            <a:off x="6465665" y="5597167"/>
            <a:ext cx="2171210" cy="67232"/>
          </a:xfrm>
          <a:prstGeom prst="rect">
            <a:avLst/>
          </a:prstGeom>
          <a:solidFill>
            <a:srgbClr val="F6A61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9819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80648473-4FFD-CE1E-214E-D8C7C7EF7807}"/>
              </a:ext>
            </a:extLst>
          </p:cNvPr>
          <p:cNvSpPr txBox="1"/>
          <p:nvPr/>
        </p:nvSpPr>
        <p:spPr>
          <a:xfrm>
            <a:off x="319217" y="2875002"/>
            <a:ext cx="1155356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6600" b="1" i="0" u="none" strike="noStrike" dirty="0">
                <a:solidFill>
                  <a:schemeClr val="bg1"/>
                </a:solidFill>
                <a:effectLst/>
              </a:rPr>
              <a:t>¡Muchas gracias!</a:t>
            </a:r>
            <a:r>
              <a:rPr lang="es-AR" sz="6600" b="0" i="0" dirty="0">
                <a:solidFill>
                  <a:schemeClr val="bg1"/>
                </a:solidFill>
                <a:effectLst/>
              </a:rPr>
              <a:t>​</a:t>
            </a:r>
            <a:endParaRPr lang="es-AR" sz="6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9649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IRT - PPT">
      <a:dk1>
        <a:srgbClr val="494847"/>
      </a:dk1>
      <a:lt1>
        <a:srgbClr val="FFFFFF"/>
      </a:lt1>
      <a:dk2>
        <a:srgbClr val="62A730"/>
      </a:dk2>
      <a:lt2>
        <a:srgbClr val="0E1B2B"/>
      </a:lt2>
      <a:accent1>
        <a:srgbClr val="04A4CA"/>
      </a:accent1>
      <a:accent2>
        <a:srgbClr val="9F79AE"/>
      </a:accent2>
      <a:accent3>
        <a:srgbClr val="CC122B"/>
      </a:accent3>
      <a:accent4>
        <a:srgbClr val="E96920"/>
      </a:accent4>
      <a:accent5>
        <a:srgbClr val="F1A20D"/>
      </a:accent5>
      <a:accent6>
        <a:srgbClr val="FFFFFF"/>
      </a:accent6>
      <a:hlink>
        <a:srgbClr val="C9122A"/>
      </a:hlink>
      <a:folHlink>
        <a:srgbClr val="494A49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F098A7DE-A46E-344A-A14C-BAD293D7C40B}"/>
    </a:ext>
  </a:extLst>
</a:theme>
</file>

<file path=ppt/theme/theme2.xml><?xml version="1.0" encoding="utf-8"?>
<a:theme xmlns:a="http://schemas.openxmlformats.org/drawingml/2006/main" name="1_Office Them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ción9" id="{B66DFC7C-02EC-B748-A0A6-3BED70DDDAF3}" vid="{1BB692B7-E3C2-4F4B-AB4D-F7A92AB8677F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8C92D704EFF064BA8390B1F0BCDA6A5" ma:contentTypeVersion="19" ma:contentTypeDescription="Crear nuevo documento." ma:contentTypeScope="" ma:versionID="2ca7b30a8b21261bae43d849cd732259">
  <xsd:schema xmlns:xsd="http://www.w3.org/2001/XMLSchema" xmlns:xs="http://www.w3.org/2001/XMLSchema" xmlns:p="http://schemas.microsoft.com/office/2006/metadata/properties" xmlns:ns2="232756c5-2869-4da6-aa3d-6ef32daae75e" xmlns:ns3="b5f0631a-2ac1-434a-9e75-b23938e5739a" targetNamespace="http://schemas.microsoft.com/office/2006/metadata/properties" ma:root="true" ma:fieldsID="1cf8f755b6fc91a6ab28aee5ac077d21" ns2:_="" ns3:_="">
    <xsd:import namespace="232756c5-2869-4da6-aa3d-6ef32daae75e"/>
    <xsd:import namespace="b5f0631a-2ac1-434a-9e75-b23938e5739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bjectDetectorVersion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2756c5-2869-4da6-aa3d-6ef32daae7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480f935f-056e-43d0-a9c3-6f0a0280ba7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5f0631a-2ac1-434a-9e75-b23938e5739a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9c1aa3-7ebd-4368-a771-30b49c08b8be}" ma:internalName="TaxCatchAll" ma:showField="CatchAllData" ma:web="b5f0631a-2ac1-434a-9e75-b23938e5739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5f0631a-2ac1-434a-9e75-b23938e5739a" xsi:nil="true"/>
    <lcf76f155ced4ddcb4097134ff3c332f xmlns="232756c5-2869-4da6-aa3d-6ef32daae75e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02C34BE-D40D-40B4-A303-F89083FD93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32756c5-2869-4da6-aa3d-6ef32daae75e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81803CA-FEBB-4A0D-BD4D-E9503F1B167C}">
  <ds:schemaRefs>
    <ds:schemaRef ds:uri="http://www.w3.org/XML/1998/namespace"/>
    <ds:schemaRef ds:uri="b5f0631a-2ac1-434a-9e75-b23938e5739a"/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purl.org/dc/terms/"/>
    <ds:schemaRef ds:uri="http://schemas.openxmlformats.org/package/2006/metadata/core-properties"/>
    <ds:schemaRef ds:uri="232756c5-2869-4da6-aa3d-6ef32daae75e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138D084-BA7E-443E-A554-F8A46FD7CBB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Tema de Office</Template>
  <TotalTime>61</TotalTime>
  <Words>1437</Words>
  <Application>Microsoft Office PowerPoint</Application>
  <PresentationFormat>Panorámica</PresentationFormat>
  <Paragraphs>156</Paragraphs>
  <Slides>40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2</vt:i4>
      </vt:variant>
      <vt:variant>
        <vt:lpstr>Títulos de diapositiva</vt:lpstr>
      </vt:variant>
      <vt:variant>
        <vt:i4>40</vt:i4>
      </vt:variant>
    </vt:vector>
  </HeadingPairs>
  <TitlesOfParts>
    <vt:vector size="42" baseType="lpstr">
      <vt:lpstr>Tema de Office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RODRIGUEZ SOFIA MERCEDES</dc:creator>
  <cp:lastModifiedBy>ADDESSO CAMILA</cp:lastModifiedBy>
  <cp:revision>552</cp:revision>
  <dcterms:created xsi:type="dcterms:W3CDTF">2022-08-30T18:57:15Z</dcterms:created>
  <dcterms:modified xsi:type="dcterms:W3CDTF">2025-10-22T15:05:50Z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0x010100D8C92D704EFF064BA8390B1F0BCDA6A5</vt:lpwstr>
  </property>
  <property fmtid="{D5CDD505-2E9C-101B-9397-08002B2CF9AE}" pid="3" name="MediaServiceImageTags">
    <vt:lpwstr/>
  </property>
</Properties>
</file>